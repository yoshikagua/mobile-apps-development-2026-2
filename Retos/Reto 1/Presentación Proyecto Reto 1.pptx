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cade Gamer" charset="1" panose="00000000000000000000"/>
      <p:regular r:id="rId13"/>
    </p:embeddedFont>
    <p:embeddedFont>
      <p:font typeface="Press Start 2P" charset="1" panose="00000500000000000000"/>
      <p:regular r:id="rId14"/>
    </p:embeddedFont>
    <p:embeddedFont>
      <p:font typeface="HK Grotesk Bold" charset="1" panose="00000800000000000000"/>
      <p:regular r:id="rId15"/>
    </p:embeddedFont>
    <p:embeddedFont>
      <p:font typeface="HK Grotesk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24.png" Type="http://schemas.openxmlformats.org/officeDocument/2006/relationships/image"/><Relationship Id="rId19" Target="../media/image25.svg" Type="http://schemas.openxmlformats.org/officeDocument/2006/relationships/image"/><Relationship Id="rId2" Target="../media/image3.png" Type="http://schemas.openxmlformats.org/officeDocument/2006/relationships/image"/><Relationship Id="rId20" Target="../media/image15.png" Type="http://schemas.openxmlformats.org/officeDocument/2006/relationships/image"/><Relationship Id="rId21" Target="../media/image16.svg" Type="http://schemas.openxmlformats.org/officeDocument/2006/relationships/image"/><Relationship Id="rId22" Target="../media/image26.png" Type="http://schemas.openxmlformats.org/officeDocument/2006/relationships/image"/><Relationship Id="rId23" Target="../media/image27.svg" Type="http://schemas.openxmlformats.org/officeDocument/2006/relationships/image"/><Relationship Id="rId24" Target="../media/image28.png" Type="http://schemas.openxmlformats.org/officeDocument/2006/relationships/image"/><Relationship Id="rId25" Target="../media/image29.svg" Type="http://schemas.openxmlformats.org/officeDocument/2006/relationships/image"/><Relationship Id="rId26" Target="../media/image19.png" Type="http://schemas.openxmlformats.org/officeDocument/2006/relationships/image"/><Relationship Id="rId3" Target="../media/image4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36.png" Type="http://schemas.openxmlformats.org/officeDocument/2006/relationships/image"/><Relationship Id="rId19" Target="../media/image37.svg" Type="http://schemas.openxmlformats.org/officeDocument/2006/relationships/image"/><Relationship Id="rId2" Target="../media/image9.png" Type="http://schemas.openxmlformats.org/officeDocument/2006/relationships/image"/><Relationship Id="rId20" Target="../media/image17.png" Type="http://schemas.openxmlformats.org/officeDocument/2006/relationships/image"/><Relationship Id="rId21" Target="../media/image18.svg" Type="http://schemas.openxmlformats.org/officeDocument/2006/relationships/image"/><Relationship Id="rId22" Target="../media/image15.png" Type="http://schemas.openxmlformats.org/officeDocument/2006/relationships/image"/><Relationship Id="rId23" Target="../media/image16.svg" Type="http://schemas.openxmlformats.org/officeDocument/2006/relationships/image"/><Relationship Id="rId24" Target="../media/image26.png" Type="http://schemas.openxmlformats.org/officeDocument/2006/relationships/image"/><Relationship Id="rId25" Target="../media/image27.svg" Type="http://schemas.openxmlformats.org/officeDocument/2006/relationships/image"/><Relationship Id="rId26" Target="../media/image19.png" Type="http://schemas.openxmlformats.org/officeDocument/2006/relationships/image"/><Relationship Id="rId27" Target="../media/image24.png" Type="http://schemas.openxmlformats.org/officeDocument/2006/relationships/image"/><Relationship Id="rId28" Target="../media/image25.sv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42.png" Type="http://schemas.openxmlformats.org/officeDocument/2006/relationships/image"/><Relationship Id="rId15" Target="../media/image11.png" Type="http://schemas.openxmlformats.org/officeDocument/2006/relationships/image"/><Relationship Id="rId16" Target="../media/image12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19" Target="../media/image26.png" Type="http://schemas.openxmlformats.org/officeDocument/2006/relationships/image"/><Relationship Id="rId2" Target="../media/image38.png" Type="http://schemas.openxmlformats.org/officeDocument/2006/relationships/image"/><Relationship Id="rId20" Target="../media/image27.svg" Type="http://schemas.openxmlformats.org/officeDocument/2006/relationships/image"/><Relationship Id="rId21" Target="../media/image43.png" Type="http://schemas.openxmlformats.org/officeDocument/2006/relationships/image"/><Relationship Id="rId22" Target="../media/image44.png" Type="http://schemas.openxmlformats.org/officeDocument/2006/relationships/image"/><Relationship Id="rId23" Target="../media/image45.png" Type="http://schemas.openxmlformats.org/officeDocument/2006/relationships/image"/><Relationship Id="rId24" Target="../media/image46.png" Type="http://schemas.openxmlformats.org/officeDocument/2006/relationships/image"/><Relationship Id="rId25" Target="../media/image47.png" Type="http://schemas.openxmlformats.org/officeDocument/2006/relationships/image"/><Relationship Id="rId26" Target="../media/image48.png" Type="http://schemas.openxmlformats.org/officeDocument/2006/relationships/image"/><Relationship Id="rId27" Target="../media/image49.svg" Type="http://schemas.openxmlformats.org/officeDocument/2006/relationships/image"/><Relationship Id="rId3" Target="../media/image39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52.png" Type="http://schemas.openxmlformats.org/officeDocument/2006/relationships/image"/><Relationship Id="rId13" Target="../media/image53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30.png" Type="http://schemas.openxmlformats.org/officeDocument/2006/relationships/image"/><Relationship Id="rId19" Target="../media/image31.svg" Type="http://schemas.openxmlformats.org/officeDocument/2006/relationships/image"/><Relationship Id="rId2" Target="../media/image9.png" Type="http://schemas.openxmlformats.org/officeDocument/2006/relationships/image"/><Relationship Id="rId20" Target="../media/image24.png" Type="http://schemas.openxmlformats.org/officeDocument/2006/relationships/image"/><Relationship Id="rId21" Target="../media/image25.svg" Type="http://schemas.openxmlformats.org/officeDocument/2006/relationships/image"/><Relationship Id="rId22" Target="../media/image26.png" Type="http://schemas.openxmlformats.org/officeDocument/2006/relationships/image"/><Relationship Id="rId23" Target="../media/image27.sv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19.png" Type="http://schemas.openxmlformats.org/officeDocument/2006/relationships/image"/><Relationship Id="rId19" Target="../media/image52.png" Type="http://schemas.openxmlformats.org/officeDocument/2006/relationships/image"/><Relationship Id="rId2" Target="../media/image54.png" Type="http://schemas.openxmlformats.org/officeDocument/2006/relationships/image"/><Relationship Id="rId20" Target="../media/image53.svg" Type="http://schemas.openxmlformats.org/officeDocument/2006/relationships/image"/><Relationship Id="rId3" Target="../media/image55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52.png" Type="http://schemas.openxmlformats.org/officeDocument/2006/relationships/image"/><Relationship Id="rId19" Target="../media/image53.svg" Type="http://schemas.openxmlformats.org/officeDocument/2006/relationships/image"/><Relationship Id="rId2" Target="../media/image1.png" Type="http://schemas.openxmlformats.org/officeDocument/2006/relationships/image"/><Relationship Id="rId20" Target="../media/image58.png" Type="http://schemas.openxmlformats.org/officeDocument/2006/relationships/image"/><Relationship Id="rId21" Target="../media/image59.svg" Type="http://schemas.openxmlformats.org/officeDocument/2006/relationships/image"/><Relationship Id="rId22" Target="../media/image19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52CFF">
                <a:alpha val="100000"/>
              </a:srgbClr>
            </a:gs>
            <a:gs pos="100000">
              <a:srgbClr val="62A6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0375" y="6211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38664" y="6837894"/>
            <a:ext cx="5981450" cy="1979316"/>
          </a:xfrm>
          <a:custGeom>
            <a:avLst/>
            <a:gdLst/>
            <a:ahLst/>
            <a:cxnLst/>
            <a:rect r="r" b="b" t="t" l="l"/>
            <a:pathLst>
              <a:path h="1979316" w="5981450">
                <a:moveTo>
                  <a:pt x="0" y="0"/>
                </a:moveTo>
                <a:lnTo>
                  <a:pt x="5981450" y="0"/>
                </a:lnTo>
                <a:lnTo>
                  <a:pt x="5981450" y="1979316"/>
                </a:lnTo>
                <a:lnTo>
                  <a:pt x="0" y="1979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92696" y="6941166"/>
            <a:ext cx="8023205" cy="2654951"/>
          </a:xfrm>
          <a:custGeom>
            <a:avLst/>
            <a:gdLst/>
            <a:ahLst/>
            <a:cxnLst/>
            <a:rect r="r" b="b" t="t" l="l"/>
            <a:pathLst>
              <a:path h="2654951" w="8023205">
                <a:moveTo>
                  <a:pt x="0" y="0"/>
                </a:moveTo>
                <a:lnTo>
                  <a:pt x="8023204" y="0"/>
                </a:lnTo>
                <a:lnTo>
                  <a:pt x="8023204" y="2654952"/>
                </a:lnTo>
                <a:lnTo>
                  <a:pt x="0" y="2654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857504">
            <a:off x="15406686" y="7268786"/>
            <a:ext cx="3405273" cy="1225898"/>
          </a:xfrm>
          <a:custGeom>
            <a:avLst/>
            <a:gdLst/>
            <a:ahLst/>
            <a:cxnLst/>
            <a:rect r="r" b="b" t="t" l="l"/>
            <a:pathLst>
              <a:path h="1225898" w="3405273">
                <a:moveTo>
                  <a:pt x="0" y="0"/>
                </a:moveTo>
                <a:lnTo>
                  <a:pt x="3405273" y="0"/>
                </a:lnTo>
                <a:lnTo>
                  <a:pt x="3405273" y="1225898"/>
                </a:lnTo>
                <a:lnTo>
                  <a:pt x="0" y="12258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97499">
            <a:off x="13124386" y="5708029"/>
            <a:ext cx="3361949" cy="3562759"/>
          </a:xfrm>
          <a:custGeom>
            <a:avLst/>
            <a:gdLst/>
            <a:ahLst/>
            <a:cxnLst/>
            <a:rect r="r" b="b" t="t" l="l"/>
            <a:pathLst>
              <a:path h="3562759" w="3361949">
                <a:moveTo>
                  <a:pt x="0" y="0"/>
                </a:moveTo>
                <a:lnTo>
                  <a:pt x="3361949" y="0"/>
                </a:lnTo>
                <a:lnTo>
                  <a:pt x="3361949" y="3562758"/>
                </a:lnTo>
                <a:lnTo>
                  <a:pt x="0" y="35627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728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576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6576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031923" y="4417488"/>
            <a:ext cx="4567967" cy="4840812"/>
          </a:xfrm>
          <a:custGeom>
            <a:avLst/>
            <a:gdLst/>
            <a:ahLst/>
            <a:cxnLst/>
            <a:rect r="r" b="b" t="t" l="l"/>
            <a:pathLst>
              <a:path h="4840812" w="4567967">
                <a:moveTo>
                  <a:pt x="4567967" y="0"/>
                </a:moveTo>
                <a:lnTo>
                  <a:pt x="0" y="0"/>
                </a:lnTo>
                <a:lnTo>
                  <a:pt x="0" y="4840812"/>
                </a:lnTo>
                <a:lnTo>
                  <a:pt x="4567967" y="4840812"/>
                </a:lnTo>
                <a:lnTo>
                  <a:pt x="456796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188171" y="8817210"/>
            <a:ext cx="5845771" cy="882180"/>
          </a:xfrm>
          <a:custGeom>
            <a:avLst/>
            <a:gdLst/>
            <a:ahLst/>
            <a:cxnLst/>
            <a:rect r="r" b="b" t="t" l="l"/>
            <a:pathLst>
              <a:path h="882180" w="5845771">
                <a:moveTo>
                  <a:pt x="0" y="0"/>
                </a:moveTo>
                <a:lnTo>
                  <a:pt x="5845771" y="0"/>
                </a:lnTo>
                <a:lnTo>
                  <a:pt x="5845771" y="882180"/>
                </a:lnTo>
                <a:lnTo>
                  <a:pt x="0" y="8821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657600" y="8817210"/>
            <a:ext cx="5845771" cy="882180"/>
          </a:xfrm>
          <a:custGeom>
            <a:avLst/>
            <a:gdLst/>
            <a:ahLst/>
            <a:cxnLst/>
            <a:rect r="r" b="b" t="t" l="l"/>
            <a:pathLst>
              <a:path h="882180" w="5845771">
                <a:moveTo>
                  <a:pt x="0" y="0"/>
                </a:moveTo>
                <a:lnTo>
                  <a:pt x="5845771" y="0"/>
                </a:lnTo>
                <a:lnTo>
                  <a:pt x="5845771" y="882180"/>
                </a:lnTo>
                <a:lnTo>
                  <a:pt x="0" y="8821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786171" y="9008493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59" y="0"/>
                </a:lnTo>
                <a:lnTo>
                  <a:pt x="2374959" y="690897"/>
                </a:lnTo>
                <a:lnTo>
                  <a:pt x="0" y="6908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246120" y="9822825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60" y="0"/>
                </a:lnTo>
                <a:lnTo>
                  <a:pt x="2374960" y="690898"/>
                </a:lnTo>
                <a:lnTo>
                  <a:pt x="0" y="6908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175336" y="9822825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60" y="0"/>
                </a:lnTo>
                <a:lnTo>
                  <a:pt x="2374960" y="690898"/>
                </a:lnTo>
                <a:lnTo>
                  <a:pt x="0" y="6908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22457" y="6837894"/>
            <a:ext cx="1540005" cy="2861496"/>
          </a:xfrm>
          <a:custGeom>
            <a:avLst/>
            <a:gdLst/>
            <a:ahLst/>
            <a:cxnLst/>
            <a:rect r="r" b="b" t="t" l="l"/>
            <a:pathLst>
              <a:path h="2861496" w="1540005">
                <a:moveTo>
                  <a:pt x="0" y="0"/>
                </a:moveTo>
                <a:lnTo>
                  <a:pt x="1540006" y="0"/>
                </a:lnTo>
                <a:lnTo>
                  <a:pt x="1540006" y="2861496"/>
                </a:lnTo>
                <a:lnTo>
                  <a:pt x="0" y="28614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433600" y="3510416"/>
            <a:ext cx="4159446" cy="1452025"/>
          </a:xfrm>
          <a:custGeom>
            <a:avLst/>
            <a:gdLst/>
            <a:ahLst/>
            <a:cxnLst/>
            <a:rect r="r" b="b" t="t" l="l"/>
            <a:pathLst>
              <a:path h="1452025" w="4159446">
                <a:moveTo>
                  <a:pt x="0" y="0"/>
                </a:moveTo>
                <a:lnTo>
                  <a:pt x="4159446" y="0"/>
                </a:lnTo>
                <a:lnTo>
                  <a:pt x="4159446" y="1452024"/>
                </a:lnTo>
                <a:lnTo>
                  <a:pt x="0" y="145202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494537" y="1164216"/>
            <a:ext cx="4159446" cy="1452025"/>
          </a:xfrm>
          <a:custGeom>
            <a:avLst/>
            <a:gdLst/>
            <a:ahLst/>
            <a:cxnLst/>
            <a:rect r="r" b="b" t="t" l="l"/>
            <a:pathLst>
              <a:path h="1452025" w="4159446">
                <a:moveTo>
                  <a:pt x="0" y="0"/>
                </a:moveTo>
                <a:lnTo>
                  <a:pt x="4159446" y="0"/>
                </a:lnTo>
                <a:lnTo>
                  <a:pt x="4159446" y="1452025"/>
                </a:lnTo>
                <a:lnTo>
                  <a:pt x="0" y="145202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596405" y="7278984"/>
            <a:ext cx="5981450" cy="1979316"/>
          </a:xfrm>
          <a:custGeom>
            <a:avLst/>
            <a:gdLst/>
            <a:ahLst/>
            <a:cxnLst/>
            <a:rect r="r" b="b" t="t" l="l"/>
            <a:pathLst>
              <a:path h="1979316" w="5981450">
                <a:moveTo>
                  <a:pt x="0" y="0"/>
                </a:moveTo>
                <a:lnTo>
                  <a:pt x="5981450" y="0"/>
                </a:lnTo>
                <a:lnTo>
                  <a:pt x="5981450" y="1979316"/>
                </a:lnTo>
                <a:lnTo>
                  <a:pt x="0" y="1979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84242" y="6211242"/>
            <a:ext cx="2416435" cy="2416435"/>
          </a:xfrm>
          <a:custGeom>
            <a:avLst/>
            <a:gdLst/>
            <a:ahLst/>
            <a:cxnLst/>
            <a:rect r="r" b="b" t="t" l="l"/>
            <a:pathLst>
              <a:path h="2416435" w="2416435">
                <a:moveTo>
                  <a:pt x="0" y="0"/>
                </a:moveTo>
                <a:lnTo>
                  <a:pt x="2416436" y="0"/>
                </a:lnTo>
                <a:lnTo>
                  <a:pt x="2416436" y="2416435"/>
                </a:lnTo>
                <a:lnTo>
                  <a:pt x="0" y="241643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0" y="1405791"/>
            <a:ext cx="18937356" cy="306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9"/>
              </a:lnSpc>
              <a:spcBef>
                <a:spcPct val="0"/>
              </a:spcBef>
            </a:pPr>
            <a:r>
              <a:rPr lang="en-US" sz="17092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BALATRON´T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65179" y="194833"/>
            <a:ext cx="8757642" cy="144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8"/>
              </a:lnSpc>
              <a:spcBef>
                <a:spcPct val="0"/>
              </a:spcBef>
            </a:pPr>
            <a:r>
              <a:rPr lang="en-US" sz="8106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PROYECTO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14233" y="4980270"/>
            <a:ext cx="11343875" cy="185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434" spc="-5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Stiven Aguirre Granada </a:t>
            </a:r>
          </a:p>
          <a:p>
            <a:pPr algn="ctr">
              <a:lnSpc>
                <a:spcPts val="2994"/>
              </a:lnSpc>
            </a:pPr>
            <a:r>
              <a:rPr lang="en-US" sz="2434" spc="-5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Sergio Alejandro Reita Serrano </a:t>
            </a:r>
          </a:p>
          <a:p>
            <a:pPr algn="ctr">
              <a:lnSpc>
                <a:spcPts val="2994"/>
              </a:lnSpc>
            </a:pPr>
            <a:r>
              <a:rPr lang="en-US" sz="2434" spc="-5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Cristian Javier Medina Barrios</a:t>
            </a:r>
          </a:p>
          <a:p>
            <a:pPr algn="ctr">
              <a:lnSpc>
                <a:spcPts val="2994"/>
              </a:lnSpc>
            </a:pPr>
          </a:p>
          <a:p>
            <a:pPr algn="ctr">
              <a:lnSpc>
                <a:spcPts val="2994"/>
              </a:lnSpc>
            </a:pPr>
            <a:r>
              <a:rPr lang="en-US" sz="2434" spc="-5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Grupo 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52CFF">
                <a:alpha val="100000"/>
              </a:srgbClr>
            </a:gs>
            <a:gs pos="100000">
              <a:srgbClr val="62A6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09478" y="6603349"/>
            <a:ext cx="8023205" cy="2654951"/>
          </a:xfrm>
          <a:custGeom>
            <a:avLst/>
            <a:gdLst/>
            <a:ahLst/>
            <a:cxnLst/>
            <a:rect r="r" b="b" t="t" l="l"/>
            <a:pathLst>
              <a:path h="2654951" w="8023205">
                <a:moveTo>
                  <a:pt x="0" y="0"/>
                </a:moveTo>
                <a:lnTo>
                  <a:pt x="8023204" y="0"/>
                </a:lnTo>
                <a:lnTo>
                  <a:pt x="8023204" y="2654951"/>
                </a:lnTo>
                <a:lnTo>
                  <a:pt x="0" y="26549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66950" y="4024384"/>
            <a:ext cx="1085912" cy="5285414"/>
          </a:xfrm>
          <a:custGeom>
            <a:avLst/>
            <a:gdLst/>
            <a:ahLst/>
            <a:cxnLst/>
            <a:rect r="r" b="b" t="t" l="l"/>
            <a:pathLst>
              <a:path h="5285414" w="1085912">
                <a:moveTo>
                  <a:pt x="0" y="0"/>
                </a:moveTo>
                <a:lnTo>
                  <a:pt x="1085912" y="0"/>
                </a:lnTo>
                <a:lnTo>
                  <a:pt x="1085912" y="5285414"/>
                </a:lnTo>
                <a:lnTo>
                  <a:pt x="0" y="528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04043" y="4370952"/>
            <a:ext cx="4982990" cy="4982990"/>
          </a:xfrm>
          <a:custGeom>
            <a:avLst/>
            <a:gdLst/>
            <a:ahLst/>
            <a:cxnLst/>
            <a:rect r="r" b="b" t="t" l="l"/>
            <a:pathLst>
              <a:path h="4982990" w="4982990">
                <a:moveTo>
                  <a:pt x="0" y="0"/>
                </a:moveTo>
                <a:lnTo>
                  <a:pt x="4982989" y="0"/>
                </a:lnTo>
                <a:lnTo>
                  <a:pt x="4982989" y="4982989"/>
                </a:lnTo>
                <a:lnTo>
                  <a:pt x="0" y="49829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728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576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576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46120" y="9822825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60" y="0"/>
                </a:lnTo>
                <a:lnTo>
                  <a:pt x="2374960" y="690898"/>
                </a:lnTo>
                <a:lnTo>
                  <a:pt x="0" y="6908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75336" y="9822825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60" y="0"/>
                </a:lnTo>
                <a:lnTo>
                  <a:pt x="2374960" y="690898"/>
                </a:lnTo>
                <a:lnTo>
                  <a:pt x="0" y="6908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940717" y="1750680"/>
            <a:ext cx="4159446" cy="1452025"/>
          </a:xfrm>
          <a:custGeom>
            <a:avLst/>
            <a:gdLst/>
            <a:ahLst/>
            <a:cxnLst/>
            <a:rect r="r" b="b" t="t" l="l"/>
            <a:pathLst>
              <a:path h="1452025" w="4159446">
                <a:moveTo>
                  <a:pt x="0" y="0"/>
                </a:moveTo>
                <a:lnTo>
                  <a:pt x="4159446" y="0"/>
                </a:lnTo>
                <a:lnTo>
                  <a:pt x="4159446" y="1452025"/>
                </a:lnTo>
                <a:lnTo>
                  <a:pt x="0" y="1452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1035657"/>
            <a:ext cx="9141559" cy="7667311"/>
            <a:chOff x="0" y="0"/>
            <a:chExt cx="2407653" cy="2019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07653" cy="2019374"/>
            </a:xfrm>
            <a:custGeom>
              <a:avLst/>
              <a:gdLst/>
              <a:ahLst/>
              <a:cxnLst/>
              <a:rect r="r" b="b" t="t" l="l"/>
              <a:pathLst>
                <a:path h="2019374" w="2407653">
                  <a:moveTo>
                    <a:pt x="34723" y="0"/>
                  </a:moveTo>
                  <a:lnTo>
                    <a:pt x="2372931" y="0"/>
                  </a:lnTo>
                  <a:cubicBezTo>
                    <a:pt x="2382140" y="0"/>
                    <a:pt x="2390972" y="3658"/>
                    <a:pt x="2397484" y="10170"/>
                  </a:cubicBezTo>
                  <a:cubicBezTo>
                    <a:pt x="2403995" y="16682"/>
                    <a:pt x="2407653" y="25514"/>
                    <a:pt x="2407653" y="34723"/>
                  </a:cubicBezTo>
                  <a:lnTo>
                    <a:pt x="2407653" y="1984651"/>
                  </a:lnTo>
                  <a:cubicBezTo>
                    <a:pt x="2407653" y="1993860"/>
                    <a:pt x="2403995" y="2002692"/>
                    <a:pt x="2397484" y="2009204"/>
                  </a:cubicBezTo>
                  <a:cubicBezTo>
                    <a:pt x="2390972" y="2015716"/>
                    <a:pt x="2382140" y="2019374"/>
                    <a:pt x="2372931" y="2019374"/>
                  </a:cubicBezTo>
                  <a:lnTo>
                    <a:pt x="34723" y="2019374"/>
                  </a:lnTo>
                  <a:cubicBezTo>
                    <a:pt x="25514" y="2019374"/>
                    <a:pt x="16682" y="2015716"/>
                    <a:pt x="10170" y="2009204"/>
                  </a:cubicBezTo>
                  <a:cubicBezTo>
                    <a:pt x="3658" y="2002692"/>
                    <a:pt x="0" y="1993860"/>
                    <a:pt x="0" y="1984651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407653" cy="2028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8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21546" y="4092868"/>
            <a:ext cx="7562779" cy="461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7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Sesiones Incompatibles:</a:t>
            </a:r>
            <a:r>
              <a:rPr lang="en-US" sz="2199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La mayoría de roguelikes exigen partidas de 30 a 60 minutos, alejándose del hábito de consumo móvil (5–10 min).</a:t>
            </a:r>
          </a:p>
          <a:p>
            <a:pPr algn="l" marL="474979" indent="-237490" lvl="1">
              <a:lnSpc>
                <a:spcPts val="37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Dependencia Excesiva del Azar (RNG):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Muchos títulos priorizan la s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erte en e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l rob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cartas so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b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las deci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es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t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ácticas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del usua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ri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o.</a:t>
            </a:r>
          </a:p>
          <a:p>
            <a:pPr algn="l" marL="474979" indent="-237490" lvl="1">
              <a:lnSpc>
                <a:spcPts val="37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Experie</a:t>
            </a:r>
            <a:r>
              <a:rPr lang="en-US" b="true" sz="2199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ncia</a:t>
            </a:r>
            <a:r>
              <a:rPr lang="en-US" b="true" sz="2199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b="true" sz="2199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Aislada: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In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xis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tencia d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 c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mp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nent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co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petitivos e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 tiempo real 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den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ro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el gén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ero táct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co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d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combin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ac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on</a:t>
            </a:r>
            <a:r>
              <a:rPr lang="en-US" sz="2199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es.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1767737" y="6256188"/>
            <a:ext cx="3535474" cy="3746649"/>
          </a:xfrm>
          <a:custGeom>
            <a:avLst/>
            <a:gdLst/>
            <a:ahLst/>
            <a:cxnLst/>
            <a:rect r="r" b="b" t="t" l="l"/>
            <a:pathLst>
              <a:path h="3746649" w="3535474">
                <a:moveTo>
                  <a:pt x="0" y="0"/>
                </a:moveTo>
                <a:lnTo>
                  <a:pt x="3535474" y="0"/>
                </a:lnTo>
                <a:lnTo>
                  <a:pt x="3535474" y="3746649"/>
                </a:lnTo>
                <a:lnTo>
                  <a:pt x="0" y="3746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179704" y="3202705"/>
            <a:ext cx="2669595" cy="931931"/>
          </a:xfrm>
          <a:custGeom>
            <a:avLst/>
            <a:gdLst/>
            <a:ahLst/>
            <a:cxnLst/>
            <a:rect r="r" b="b" t="t" l="l"/>
            <a:pathLst>
              <a:path h="931931" w="2669595">
                <a:moveTo>
                  <a:pt x="0" y="0"/>
                </a:moveTo>
                <a:lnTo>
                  <a:pt x="2669594" y="0"/>
                </a:lnTo>
                <a:lnTo>
                  <a:pt x="2669594" y="931931"/>
                </a:lnTo>
                <a:lnTo>
                  <a:pt x="0" y="9319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729730" y="8817210"/>
            <a:ext cx="5845771" cy="882180"/>
          </a:xfrm>
          <a:custGeom>
            <a:avLst/>
            <a:gdLst/>
            <a:ahLst/>
            <a:cxnLst/>
            <a:rect r="r" b="b" t="t" l="l"/>
            <a:pathLst>
              <a:path h="882180" w="5845771">
                <a:moveTo>
                  <a:pt x="0" y="0"/>
                </a:moveTo>
                <a:lnTo>
                  <a:pt x="5845771" y="0"/>
                </a:lnTo>
                <a:lnTo>
                  <a:pt x="5845771" y="882180"/>
                </a:lnTo>
                <a:lnTo>
                  <a:pt x="0" y="88218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972800" y="9008493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60" y="0"/>
                </a:lnTo>
                <a:lnTo>
                  <a:pt x="2374960" y="690897"/>
                </a:lnTo>
                <a:lnTo>
                  <a:pt x="0" y="6908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349929" y="8109270"/>
            <a:ext cx="2622871" cy="1244672"/>
          </a:xfrm>
          <a:custGeom>
            <a:avLst/>
            <a:gdLst/>
            <a:ahLst/>
            <a:cxnLst/>
            <a:rect r="r" b="b" t="t" l="l"/>
            <a:pathLst>
              <a:path h="1244672" w="2622871">
                <a:moveTo>
                  <a:pt x="0" y="0"/>
                </a:moveTo>
                <a:lnTo>
                  <a:pt x="2622871" y="0"/>
                </a:lnTo>
                <a:lnTo>
                  <a:pt x="2622871" y="1244671"/>
                </a:lnTo>
                <a:lnTo>
                  <a:pt x="0" y="124467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940717" y="7222924"/>
            <a:ext cx="1322615" cy="2457561"/>
          </a:xfrm>
          <a:custGeom>
            <a:avLst/>
            <a:gdLst/>
            <a:ahLst/>
            <a:cxnLst/>
            <a:rect r="r" b="b" t="t" l="l"/>
            <a:pathLst>
              <a:path h="2457561" w="1322615">
                <a:moveTo>
                  <a:pt x="0" y="0"/>
                </a:moveTo>
                <a:lnTo>
                  <a:pt x="1322614" y="0"/>
                </a:lnTo>
                <a:lnTo>
                  <a:pt x="1322614" y="2457561"/>
                </a:lnTo>
                <a:lnTo>
                  <a:pt x="0" y="245756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974787" y="5578418"/>
            <a:ext cx="585491" cy="1024930"/>
          </a:xfrm>
          <a:custGeom>
            <a:avLst/>
            <a:gdLst/>
            <a:ahLst/>
            <a:cxnLst/>
            <a:rect r="r" b="b" t="t" l="l"/>
            <a:pathLst>
              <a:path h="1024930" w="585491">
                <a:moveTo>
                  <a:pt x="0" y="0"/>
                </a:moveTo>
                <a:lnTo>
                  <a:pt x="585491" y="0"/>
                </a:lnTo>
                <a:lnTo>
                  <a:pt x="585491" y="1024931"/>
                </a:lnTo>
                <a:lnTo>
                  <a:pt x="0" y="102493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630400" y="256152"/>
            <a:ext cx="1645920" cy="4114800"/>
          </a:xfrm>
          <a:custGeom>
            <a:avLst/>
            <a:gdLst/>
            <a:ahLst/>
            <a:cxnLst/>
            <a:rect r="r" b="b" t="t" l="l"/>
            <a:pathLst>
              <a:path h="4114800" w="1645920">
                <a:moveTo>
                  <a:pt x="0" y="0"/>
                </a:moveTo>
                <a:lnTo>
                  <a:pt x="1645920" y="0"/>
                </a:lnTo>
                <a:lnTo>
                  <a:pt x="16459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308336" y="1249433"/>
            <a:ext cx="3144754" cy="2774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Objetiv</a:t>
            </a:r>
            <a:r>
              <a:rPr lang="en-US" b="true" sz="2999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o: 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Crear un roguelike táctico de sesio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es rápida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s,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ta re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ju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gabilida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y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 verdad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ero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componente competi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vo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ult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jug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ador.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21546" y="1207139"/>
            <a:ext cx="8099163" cy="223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0"/>
              </a:lnSpc>
              <a:spcBef>
                <a:spcPct val="0"/>
              </a:spcBef>
            </a:pPr>
            <a:r>
              <a:rPr lang="en-US" sz="6264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PROBLEMA Y OPORTUNIDAD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1546" y="3638996"/>
            <a:ext cx="7665660" cy="26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1736" spc="-18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La Problemática en el Mercado Móvil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453360" y="6603349"/>
            <a:ext cx="2416435" cy="2416435"/>
          </a:xfrm>
          <a:custGeom>
            <a:avLst/>
            <a:gdLst/>
            <a:ahLst/>
            <a:cxnLst/>
            <a:rect r="r" b="b" t="t" l="l"/>
            <a:pathLst>
              <a:path h="2416435" w="2416435">
                <a:moveTo>
                  <a:pt x="0" y="0"/>
                </a:moveTo>
                <a:lnTo>
                  <a:pt x="2416435" y="0"/>
                </a:lnTo>
                <a:lnTo>
                  <a:pt x="2416435" y="2416435"/>
                </a:lnTo>
                <a:lnTo>
                  <a:pt x="0" y="241643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52CFF">
                <a:alpha val="100000"/>
              </a:srgbClr>
            </a:gs>
            <a:gs pos="100000">
              <a:srgbClr val="62A6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728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576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576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88589" y="9822825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59" y="0"/>
                </a:lnTo>
                <a:lnTo>
                  <a:pt x="2374959" y="690898"/>
                </a:lnTo>
                <a:lnTo>
                  <a:pt x="0" y="6908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75336" y="9822825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60" y="0"/>
                </a:lnTo>
                <a:lnTo>
                  <a:pt x="2374960" y="690898"/>
                </a:lnTo>
                <a:lnTo>
                  <a:pt x="0" y="6908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169438" y="887527"/>
            <a:ext cx="10089862" cy="7021490"/>
            <a:chOff x="0" y="0"/>
            <a:chExt cx="2657412" cy="18492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7412" cy="1849282"/>
            </a:xfrm>
            <a:custGeom>
              <a:avLst/>
              <a:gdLst/>
              <a:ahLst/>
              <a:cxnLst/>
              <a:rect r="r" b="b" t="t" l="l"/>
              <a:pathLst>
                <a:path h="1849282" w="2657412">
                  <a:moveTo>
                    <a:pt x="31459" y="0"/>
                  </a:moveTo>
                  <a:lnTo>
                    <a:pt x="2625953" y="0"/>
                  </a:lnTo>
                  <a:cubicBezTo>
                    <a:pt x="2634297" y="0"/>
                    <a:pt x="2642298" y="3314"/>
                    <a:pt x="2648198" y="9214"/>
                  </a:cubicBezTo>
                  <a:cubicBezTo>
                    <a:pt x="2654098" y="15114"/>
                    <a:pt x="2657412" y="23116"/>
                    <a:pt x="2657412" y="31459"/>
                  </a:cubicBezTo>
                  <a:lnTo>
                    <a:pt x="2657412" y="1817822"/>
                  </a:lnTo>
                  <a:cubicBezTo>
                    <a:pt x="2657412" y="1826166"/>
                    <a:pt x="2654098" y="1834168"/>
                    <a:pt x="2648198" y="1840067"/>
                  </a:cubicBezTo>
                  <a:cubicBezTo>
                    <a:pt x="2642298" y="1845967"/>
                    <a:pt x="2634297" y="1849282"/>
                    <a:pt x="2625953" y="1849282"/>
                  </a:cubicBezTo>
                  <a:lnTo>
                    <a:pt x="31459" y="1849282"/>
                  </a:lnTo>
                  <a:cubicBezTo>
                    <a:pt x="23116" y="1849282"/>
                    <a:pt x="15114" y="1845967"/>
                    <a:pt x="9214" y="1840067"/>
                  </a:cubicBezTo>
                  <a:cubicBezTo>
                    <a:pt x="3314" y="1834168"/>
                    <a:pt x="0" y="1826166"/>
                    <a:pt x="0" y="1817822"/>
                  </a:cubicBezTo>
                  <a:lnTo>
                    <a:pt x="0" y="31459"/>
                  </a:lnTo>
                  <a:cubicBezTo>
                    <a:pt x="0" y="23116"/>
                    <a:pt x="3314" y="15114"/>
                    <a:pt x="9214" y="9214"/>
                  </a:cubicBezTo>
                  <a:cubicBezTo>
                    <a:pt x="15114" y="3314"/>
                    <a:pt x="23116" y="0"/>
                    <a:pt x="31459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657412" cy="1858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8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862285" y="5841945"/>
            <a:ext cx="8879021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istema RPG de Daños y Resistencias: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Tipos de daño (Co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rtante,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Pe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rf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ran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te, Imp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act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Elemen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tal).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roduce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er-p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la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y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tratég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ico fre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nte al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ple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escalad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 de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multi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cador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es 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umér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cos.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796474" y="6908190"/>
            <a:ext cx="3535474" cy="3746649"/>
          </a:xfrm>
          <a:custGeom>
            <a:avLst/>
            <a:gdLst/>
            <a:ahLst/>
            <a:cxnLst/>
            <a:rect r="r" b="b" t="t" l="l"/>
            <a:pathLst>
              <a:path h="3746649" w="3535474">
                <a:moveTo>
                  <a:pt x="0" y="0"/>
                </a:moveTo>
                <a:lnTo>
                  <a:pt x="3535474" y="0"/>
                </a:lnTo>
                <a:lnTo>
                  <a:pt x="3535474" y="3746648"/>
                </a:lnTo>
                <a:lnTo>
                  <a:pt x="0" y="37466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562323" y="5793638"/>
            <a:ext cx="10404231" cy="3442855"/>
          </a:xfrm>
          <a:custGeom>
            <a:avLst/>
            <a:gdLst/>
            <a:ahLst/>
            <a:cxnLst/>
            <a:rect r="r" b="b" t="t" l="l"/>
            <a:pathLst>
              <a:path h="3442855" w="10404231">
                <a:moveTo>
                  <a:pt x="0" y="0"/>
                </a:moveTo>
                <a:lnTo>
                  <a:pt x="10404231" y="0"/>
                </a:lnTo>
                <a:lnTo>
                  <a:pt x="10404231" y="3442855"/>
                </a:lnTo>
                <a:lnTo>
                  <a:pt x="0" y="34428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46722" y="2989529"/>
            <a:ext cx="3594325" cy="5386591"/>
          </a:xfrm>
          <a:custGeom>
            <a:avLst/>
            <a:gdLst/>
            <a:ahLst/>
            <a:cxnLst/>
            <a:rect r="r" b="b" t="t" l="l"/>
            <a:pathLst>
              <a:path h="5386591" w="3594325">
                <a:moveTo>
                  <a:pt x="0" y="0"/>
                </a:moveTo>
                <a:lnTo>
                  <a:pt x="3594326" y="0"/>
                </a:lnTo>
                <a:lnTo>
                  <a:pt x="3594326" y="5386591"/>
                </a:lnTo>
                <a:lnTo>
                  <a:pt x="0" y="53865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543885" y="5357013"/>
            <a:ext cx="2191814" cy="3901287"/>
          </a:xfrm>
          <a:custGeom>
            <a:avLst/>
            <a:gdLst/>
            <a:ahLst/>
            <a:cxnLst/>
            <a:rect r="r" b="b" t="t" l="l"/>
            <a:pathLst>
              <a:path h="3901287" w="2191814">
                <a:moveTo>
                  <a:pt x="0" y="0"/>
                </a:moveTo>
                <a:lnTo>
                  <a:pt x="2191814" y="0"/>
                </a:lnTo>
                <a:lnTo>
                  <a:pt x="2191814" y="3901287"/>
                </a:lnTo>
                <a:lnTo>
                  <a:pt x="0" y="39012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15520" y="7726766"/>
            <a:ext cx="1837840" cy="3063067"/>
          </a:xfrm>
          <a:custGeom>
            <a:avLst/>
            <a:gdLst/>
            <a:ahLst/>
            <a:cxnLst/>
            <a:rect r="r" b="b" t="t" l="l"/>
            <a:pathLst>
              <a:path h="3063067" w="1837840">
                <a:moveTo>
                  <a:pt x="0" y="0"/>
                </a:moveTo>
                <a:lnTo>
                  <a:pt x="1837840" y="0"/>
                </a:lnTo>
                <a:lnTo>
                  <a:pt x="1837840" y="3063068"/>
                </a:lnTo>
                <a:lnTo>
                  <a:pt x="0" y="30630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4735699" y="8376120"/>
            <a:ext cx="5845771" cy="882180"/>
          </a:xfrm>
          <a:custGeom>
            <a:avLst/>
            <a:gdLst/>
            <a:ahLst/>
            <a:cxnLst/>
            <a:rect r="r" b="b" t="t" l="l"/>
            <a:pathLst>
              <a:path h="882180" w="5845771">
                <a:moveTo>
                  <a:pt x="5845772" y="0"/>
                </a:moveTo>
                <a:lnTo>
                  <a:pt x="0" y="0"/>
                </a:lnTo>
                <a:lnTo>
                  <a:pt x="0" y="882180"/>
                </a:lnTo>
                <a:lnTo>
                  <a:pt x="5845772" y="882180"/>
                </a:lnTo>
                <a:lnTo>
                  <a:pt x="5845772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93970" y="8567403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59" y="0"/>
                </a:lnTo>
                <a:lnTo>
                  <a:pt x="2374959" y="690897"/>
                </a:lnTo>
                <a:lnTo>
                  <a:pt x="0" y="690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639792" y="4048738"/>
            <a:ext cx="3657600" cy="651718"/>
          </a:xfrm>
          <a:custGeom>
            <a:avLst/>
            <a:gdLst/>
            <a:ahLst/>
            <a:cxnLst/>
            <a:rect r="r" b="b" t="t" l="l"/>
            <a:pathLst>
              <a:path h="651718" w="3657600">
                <a:moveTo>
                  <a:pt x="0" y="0"/>
                </a:moveTo>
                <a:lnTo>
                  <a:pt x="3657600" y="0"/>
                </a:lnTo>
                <a:lnTo>
                  <a:pt x="3657600" y="651718"/>
                </a:lnTo>
                <a:lnTo>
                  <a:pt x="0" y="65171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940717" y="430658"/>
            <a:ext cx="4159446" cy="1452025"/>
          </a:xfrm>
          <a:custGeom>
            <a:avLst/>
            <a:gdLst/>
            <a:ahLst/>
            <a:cxnLst/>
            <a:rect r="r" b="b" t="t" l="l"/>
            <a:pathLst>
              <a:path h="1452025" w="4159446">
                <a:moveTo>
                  <a:pt x="0" y="0"/>
                </a:moveTo>
                <a:lnTo>
                  <a:pt x="4159446" y="0"/>
                </a:lnTo>
                <a:lnTo>
                  <a:pt x="4159446" y="1452025"/>
                </a:lnTo>
                <a:lnTo>
                  <a:pt x="0" y="14520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862285" y="3485026"/>
            <a:ext cx="8879021" cy="254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PvP Nativ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 desde el Diseño Base: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Semilla Compartida (Shared Seed):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Ambos jugadores enfrentan la misma secuencia aleatoria; gana quien tome las mejores de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isio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nes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tácticas.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Mecanismo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Sabotaje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Car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tas y hechizo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 en tiemp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ara bl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quea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zar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al rival.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7862285" y="1372694"/>
            <a:ext cx="8879021" cy="143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0"/>
              </a:lnSpc>
              <a:spcBef>
                <a:spcPct val="0"/>
              </a:spcBef>
            </a:pPr>
            <a:r>
              <a:rPr lang="en-US" sz="4064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INNOVACIÓN Y ELEMENTOS DIFERENCIADORES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62285" y="2982379"/>
            <a:ext cx="7665660" cy="26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1736" spc="-18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Innovación: Redefiniendo el Género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5440359" y="6800739"/>
            <a:ext cx="1322615" cy="2457561"/>
          </a:xfrm>
          <a:custGeom>
            <a:avLst/>
            <a:gdLst/>
            <a:ahLst/>
            <a:cxnLst/>
            <a:rect r="r" b="b" t="t" l="l"/>
            <a:pathLst>
              <a:path h="2457561" w="1322615">
                <a:moveTo>
                  <a:pt x="0" y="0"/>
                </a:moveTo>
                <a:lnTo>
                  <a:pt x="1322615" y="0"/>
                </a:lnTo>
                <a:lnTo>
                  <a:pt x="1322615" y="2457561"/>
                </a:lnTo>
                <a:lnTo>
                  <a:pt x="0" y="245756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107670" y="3675526"/>
            <a:ext cx="511205" cy="894889"/>
          </a:xfrm>
          <a:custGeom>
            <a:avLst/>
            <a:gdLst/>
            <a:ahLst/>
            <a:cxnLst/>
            <a:rect r="r" b="b" t="t" l="l"/>
            <a:pathLst>
              <a:path h="894889" w="511205">
                <a:moveTo>
                  <a:pt x="0" y="0"/>
                </a:moveTo>
                <a:lnTo>
                  <a:pt x="511205" y="0"/>
                </a:lnTo>
                <a:lnTo>
                  <a:pt x="511205" y="894888"/>
                </a:lnTo>
                <a:lnTo>
                  <a:pt x="0" y="89488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898765" y="6099439"/>
            <a:ext cx="2416435" cy="2416435"/>
          </a:xfrm>
          <a:custGeom>
            <a:avLst/>
            <a:gdLst/>
            <a:ahLst/>
            <a:cxnLst/>
            <a:rect r="r" b="b" t="t" l="l"/>
            <a:pathLst>
              <a:path h="2416435" w="2416435">
                <a:moveTo>
                  <a:pt x="0" y="0"/>
                </a:moveTo>
                <a:lnTo>
                  <a:pt x="2416435" y="0"/>
                </a:lnTo>
                <a:lnTo>
                  <a:pt x="2416435" y="2416435"/>
                </a:lnTo>
                <a:lnTo>
                  <a:pt x="0" y="241643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78937" y="7801845"/>
            <a:ext cx="1111007" cy="1111007"/>
          </a:xfrm>
          <a:custGeom>
            <a:avLst/>
            <a:gdLst/>
            <a:ahLst/>
            <a:cxnLst/>
            <a:rect r="r" b="b" t="t" l="l"/>
            <a:pathLst>
              <a:path h="1111007" w="1111007">
                <a:moveTo>
                  <a:pt x="0" y="0"/>
                </a:moveTo>
                <a:lnTo>
                  <a:pt x="1111006" y="0"/>
                </a:lnTo>
                <a:lnTo>
                  <a:pt x="1111006" y="1111006"/>
                </a:lnTo>
                <a:lnTo>
                  <a:pt x="0" y="111100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173602" y="8153345"/>
            <a:ext cx="2622871" cy="1244672"/>
          </a:xfrm>
          <a:custGeom>
            <a:avLst/>
            <a:gdLst/>
            <a:ahLst/>
            <a:cxnLst/>
            <a:rect r="r" b="b" t="t" l="l"/>
            <a:pathLst>
              <a:path h="1244672" w="2622871">
                <a:moveTo>
                  <a:pt x="0" y="0"/>
                </a:moveTo>
                <a:lnTo>
                  <a:pt x="2622872" y="0"/>
                </a:lnTo>
                <a:lnTo>
                  <a:pt x="2622872" y="1244671"/>
                </a:lnTo>
                <a:lnTo>
                  <a:pt x="0" y="1244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52CFF">
                <a:alpha val="100000"/>
              </a:srgbClr>
            </a:gs>
            <a:gs pos="100000">
              <a:srgbClr val="62A6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33510" y="4903155"/>
            <a:ext cx="2573620" cy="4114800"/>
          </a:xfrm>
          <a:custGeom>
            <a:avLst/>
            <a:gdLst/>
            <a:ahLst/>
            <a:cxnLst/>
            <a:rect r="r" b="b" t="t" l="l"/>
            <a:pathLst>
              <a:path h="4114800" w="2573620">
                <a:moveTo>
                  <a:pt x="0" y="0"/>
                </a:moveTo>
                <a:lnTo>
                  <a:pt x="2573620" y="0"/>
                </a:lnTo>
                <a:lnTo>
                  <a:pt x="25736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728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576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576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46120" y="9822825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60" y="0"/>
                </a:lnTo>
                <a:lnTo>
                  <a:pt x="2374960" y="690898"/>
                </a:lnTo>
                <a:lnTo>
                  <a:pt x="0" y="6908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75336" y="9822825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60" y="0"/>
                </a:lnTo>
                <a:lnTo>
                  <a:pt x="2374960" y="690898"/>
                </a:lnTo>
                <a:lnTo>
                  <a:pt x="0" y="6908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60086" y="-292879"/>
            <a:ext cx="4159446" cy="1452025"/>
          </a:xfrm>
          <a:custGeom>
            <a:avLst/>
            <a:gdLst/>
            <a:ahLst/>
            <a:cxnLst/>
            <a:rect r="r" b="b" t="t" l="l"/>
            <a:pathLst>
              <a:path h="1452025" w="4159446">
                <a:moveTo>
                  <a:pt x="0" y="0"/>
                </a:moveTo>
                <a:lnTo>
                  <a:pt x="4159446" y="0"/>
                </a:lnTo>
                <a:lnTo>
                  <a:pt x="4159446" y="1452025"/>
                </a:lnTo>
                <a:lnTo>
                  <a:pt x="0" y="14520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68392" y="654756"/>
            <a:ext cx="9343377" cy="6427233"/>
            <a:chOff x="0" y="0"/>
            <a:chExt cx="2460807" cy="16927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60807" cy="1692769"/>
            </a:xfrm>
            <a:custGeom>
              <a:avLst/>
              <a:gdLst/>
              <a:ahLst/>
              <a:cxnLst/>
              <a:rect r="r" b="b" t="t" l="l"/>
              <a:pathLst>
                <a:path h="1692769" w="2460807">
                  <a:moveTo>
                    <a:pt x="33973" y="0"/>
                  </a:moveTo>
                  <a:lnTo>
                    <a:pt x="2426834" y="0"/>
                  </a:lnTo>
                  <a:cubicBezTo>
                    <a:pt x="2445597" y="0"/>
                    <a:pt x="2460807" y="15210"/>
                    <a:pt x="2460807" y="33973"/>
                  </a:cubicBezTo>
                  <a:lnTo>
                    <a:pt x="2460807" y="1658797"/>
                  </a:lnTo>
                  <a:cubicBezTo>
                    <a:pt x="2460807" y="1677559"/>
                    <a:pt x="2445597" y="1692769"/>
                    <a:pt x="2426834" y="1692769"/>
                  </a:cubicBezTo>
                  <a:lnTo>
                    <a:pt x="33973" y="1692769"/>
                  </a:lnTo>
                  <a:cubicBezTo>
                    <a:pt x="15210" y="1692769"/>
                    <a:pt x="0" y="1677559"/>
                    <a:pt x="0" y="1658797"/>
                  </a:cubicBezTo>
                  <a:lnTo>
                    <a:pt x="0" y="33973"/>
                  </a:lnTo>
                  <a:cubicBezTo>
                    <a:pt x="0" y="15210"/>
                    <a:pt x="15210" y="0"/>
                    <a:pt x="33973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460807" cy="17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8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807764" y="5779676"/>
            <a:ext cx="3535474" cy="3746649"/>
          </a:xfrm>
          <a:custGeom>
            <a:avLst/>
            <a:gdLst/>
            <a:ahLst/>
            <a:cxnLst/>
            <a:rect r="r" b="b" t="t" l="l"/>
            <a:pathLst>
              <a:path h="3746649" w="3535474">
                <a:moveTo>
                  <a:pt x="0" y="0"/>
                </a:moveTo>
                <a:lnTo>
                  <a:pt x="3535474" y="0"/>
                </a:lnTo>
                <a:lnTo>
                  <a:pt x="3535474" y="3746649"/>
                </a:lnTo>
                <a:lnTo>
                  <a:pt x="0" y="3746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25650" y="2229974"/>
            <a:ext cx="2094300" cy="7023568"/>
          </a:xfrm>
          <a:custGeom>
            <a:avLst/>
            <a:gdLst/>
            <a:ahLst/>
            <a:cxnLst/>
            <a:rect r="r" b="b" t="t" l="l"/>
            <a:pathLst>
              <a:path h="7023568" w="2094300">
                <a:moveTo>
                  <a:pt x="0" y="0"/>
                </a:moveTo>
                <a:lnTo>
                  <a:pt x="2094300" y="0"/>
                </a:lnTo>
                <a:lnTo>
                  <a:pt x="2094300" y="7023568"/>
                </a:lnTo>
                <a:lnTo>
                  <a:pt x="0" y="70235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394932" y="-277175"/>
            <a:ext cx="2669595" cy="931931"/>
          </a:xfrm>
          <a:custGeom>
            <a:avLst/>
            <a:gdLst/>
            <a:ahLst/>
            <a:cxnLst/>
            <a:rect r="r" b="b" t="t" l="l"/>
            <a:pathLst>
              <a:path h="931931" w="2669595">
                <a:moveTo>
                  <a:pt x="0" y="0"/>
                </a:moveTo>
                <a:lnTo>
                  <a:pt x="2669595" y="0"/>
                </a:lnTo>
                <a:lnTo>
                  <a:pt x="2669595" y="931931"/>
                </a:lnTo>
                <a:lnTo>
                  <a:pt x="0" y="9319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394932" y="6184473"/>
            <a:ext cx="2981050" cy="2981050"/>
          </a:xfrm>
          <a:custGeom>
            <a:avLst/>
            <a:gdLst/>
            <a:ahLst/>
            <a:cxnLst/>
            <a:rect r="r" b="b" t="t" l="l"/>
            <a:pathLst>
              <a:path h="2981050" w="2981050">
                <a:moveTo>
                  <a:pt x="0" y="0"/>
                </a:moveTo>
                <a:lnTo>
                  <a:pt x="2981050" y="0"/>
                </a:lnTo>
                <a:lnTo>
                  <a:pt x="2981050" y="2981049"/>
                </a:lnTo>
                <a:lnTo>
                  <a:pt x="0" y="29810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29730" y="8817210"/>
            <a:ext cx="5845771" cy="882180"/>
          </a:xfrm>
          <a:custGeom>
            <a:avLst/>
            <a:gdLst/>
            <a:ahLst/>
            <a:cxnLst/>
            <a:rect r="r" b="b" t="t" l="l"/>
            <a:pathLst>
              <a:path h="882180" w="5845771">
                <a:moveTo>
                  <a:pt x="0" y="0"/>
                </a:moveTo>
                <a:lnTo>
                  <a:pt x="5845771" y="0"/>
                </a:lnTo>
                <a:lnTo>
                  <a:pt x="5845771" y="882180"/>
                </a:lnTo>
                <a:lnTo>
                  <a:pt x="0" y="8821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72800" y="9008493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60" y="0"/>
                </a:lnTo>
                <a:lnTo>
                  <a:pt x="2374960" y="690897"/>
                </a:lnTo>
                <a:lnTo>
                  <a:pt x="0" y="69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0" y="4198222"/>
            <a:ext cx="1085912" cy="5285414"/>
          </a:xfrm>
          <a:custGeom>
            <a:avLst/>
            <a:gdLst/>
            <a:ahLst/>
            <a:cxnLst/>
            <a:rect r="r" b="b" t="t" l="l"/>
            <a:pathLst>
              <a:path h="5285414" w="1085912">
                <a:moveTo>
                  <a:pt x="0" y="0"/>
                </a:moveTo>
                <a:lnTo>
                  <a:pt x="1085912" y="0"/>
                </a:lnTo>
                <a:lnTo>
                  <a:pt x="1085912" y="5285414"/>
                </a:lnTo>
                <a:lnTo>
                  <a:pt x="0" y="52854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1006567" y="9180876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59" y="0"/>
                </a:lnTo>
                <a:lnTo>
                  <a:pt x="2374959" y="690897"/>
                </a:lnTo>
                <a:lnTo>
                  <a:pt x="0" y="69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698838" y="7939239"/>
            <a:ext cx="585491" cy="1024930"/>
          </a:xfrm>
          <a:custGeom>
            <a:avLst/>
            <a:gdLst/>
            <a:ahLst/>
            <a:cxnLst/>
            <a:rect r="r" b="b" t="t" l="l"/>
            <a:pathLst>
              <a:path h="1024930" w="585491">
                <a:moveTo>
                  <a:pt x="0" y="0"/>
                </a:moveTo>
                <a:lnTo>
                  <a:pt x="585492" y="0"/>
                </a:lnTo>
                <a:lnTo>
                  <a:pt x="585492" y="1024930"/>
                </a:lnTo>
                <a:lnTo>
                  <a:pt x="0" y="10249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783718" y="4079880"/>
            <a:ext cx="3094814" cy="3694501"/>
          </a:xfrm>
          <a:custGeom>
            <a:avLst/>
            <a:gdLst/>
            <a:ahLst/>
            <a:cxnLst/>
            <a:rect r="r" b="b" t="t" l="l"/>
            <a:pathLst>
              <a:path h="3694501" w="3094814">
                <a:moveTo>
                  <a:pt x="0" y="0"/>
                </a:moveTo>
                <a:lnTo>
                  <a:pt x="3094814" y="0"/>
                </a:lnTo>
                <a:lnTo>
                  <a:pt x="3094814" y="3694501"/>
                </a:lnTo>
                <a:lnTo>
                  <a:pt x="0" y="369450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622876" y="1662953"/>
            <a:ext cx="3480547" cy="3480547"/>
          </a:xfrm>
          <a:custGeom>
            <a:avLst/>
            <a:gdLst/>
            <a:ahLst/>
            <a:cxnLst/>
            <a:rect r="r" b="b" t="t" l="l"/>
            <a:pathLst>
              <a:path h="3480547" w="3480547">
                <a:moveTo>
                  <a:pt x="0" y="0"/>
                </a:moveTo>
                <a:lnTo>
                  <a:pt x="3480547" y="0"/>
                </a:lnTo>
                <a:lnTo>
                  <a:pt x="3480547" y="3480547"/>
                </a:lnTo>
                <a:lnTo>
                  <a:pt x="0" y="348054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058992" y="433133"/>
            <a:ext cx="2970093" cy="2970093"/>
          </a:xfrm>
          <a:custGeom>
            <a:avLst/>
            <a:gdLst/>
            <a:ahLst/>
            <a:cxnLst/>
            <a:rect r="r" b="b" t="t" l="l"/>
            <a:pathLst>
              <a:path h="2970093" w="2970093">
                <a:moveTo>
                  <a:pt x="0" y="0"/>
                </a:moveTo>
                <a:lnTo>
                  <a:pt x="2970094" y="0"/>
                </a:lnTo>
                <a:lnTo>
                  <a:pt x="2970094" y="2970093"/>
                </a:lnTo>
                <a:lnTo>
                  <a:pt x="0" y="297009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165030" y="4093447"/>
            <a:ext cx="6147081" cy="254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Cartas y Estrategia:</a:t>
            </a:r>
            <a:r>
              <a:rPr lang="en-US" sz="2000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Balatr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o, Slay the Spire, Slice &amp; Dice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PvP Móvil Tradicional: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Clash Royale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Acción / Supervivencia: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Dead Cells, Vampire Survivors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Tradicionales: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Shattered Pixel Dungeon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65030" y="1085794"/>
            <a:ext cx="7798273" cy="211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9"/>
              </a:lnSpc>
              <a:spcBef>
                <a:spcPct val="0"/>
              </a:spcBef>
            </a:pPr>
            <a:r>
              <a:rPr lang="en-US" sz="5907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ANÁLISIS DE LA COMPETENCIA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65030" y="3376912"/>
            <a:ext cx="7798273" cy="53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1736" spc="-18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Panorama de Mercado (Aplicaciones Similares)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092705" y="6960555"/>
            <a:ext cx="2738835" cy="2738835"/>
          </a:xfrm>
          <a:custGeom>
            <a:avLst/>
            <a:gdLst/>
            <a:ahLst/>
            <a:cxnLst/>
            <a:rect r="r" b="b" t="t" l="l"/>
            <a:pathLst>
              <a:path h="2738835" w="2738835">
                <a:moveTo>
                  <a:pt x="0" y="0"/>
                </a:moveTo>
                <a:lnTo>
                  <a:pt x="2738835" y="0"/>
                </a:lnTo>
                <a:lnTo>
                  <a:pt x="2738835" y="2738835"/>
                </a:lnTo>
                <a:lnTo>
                  <a:pt x="0" y="273883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609374" y="7715813"/>
            <a:ext cx="1542487" cy="1542487"/>
          </a:xfrm>
          <a:custGeom>
            <a:avLst/>
            <a:gdLst/>
            <a:ahLst/>
            <a:cxnLst/>
            <a:rect r="r" b="b" t="t" l="l"/>
            <a:pathLst>
              <a:path h="1542487" w="1542487">
                <a:moveTo>
                  <a:pt x="0" y="0"/>
                </a:moveTo>
                <a:lnTo>
                  <a:pt x="1542487" y="0"/>
                </a:lnTo>
                <a:lnTo>
                  <a:pt x="1542487" y="1542487"/>
                </a:lnTo>
                <a:lnTo>
                  <a:pt x="0" y="154248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98323" y="7653000"/>
            <a:ext cx="1333415" cy="6667074"/>
          </a:xfrm>
          <a:custGeom>
            <a:avLst/>
            <a:gdLst/>
            <a:ahLst/>
            <a:cxnLst/>
            <a:rect r="r" b="b" t="t" l="l"/>
            <a:pathLst>
              <a:path h="6667074" w="1333415">
                <a:moveTo>
                  <a:pt x="0" y="0"/>
                </a:moveTo>
                <a:lnTo>
                  <a:pt x="1333414" y="0"/>
                </a:lnTo>
                <a:lnTo>
                  <a:pt x="1333414" y="6667075"/>
                </a:lnTo>
                <a:lnTo>
                  <a:pt x="0" y="666707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52CFF">
                <a:alpha val="100000"/>
              </a:srgbClr>
            </a:gs>
            <a:gs pos="100000">
              <a:srgbClr val="62A6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72800" y="91440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65433" y="392917"/>
            <a:ext cx="9717085" cy="7481347"/>
            <a:chOff x="0" y="0"/>
            <a:chExt cx="2559232" cy="19703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9232" cy="1970396"/>
            </a:xfrm>
            <a:custGeom>
              <a:avLst/>
              <a:gdLst/>
              <a:ahLst/>
              <a:cxnLst/>
              <a:rect r="r" b="b" t="t" l="l"/>
              <a:pathLst>
                <a:path h="1970396" w="2559232">
                  <a:moveTo>
                    <a:pt x="32666" y="0"/>
                  </a:moveTo>
                  <a:lnTo>
                    <a:pt x="2526566" y="0"/>
                  </a:lnTo>
                  <a:cubicBezTo>
                    <a:pt x="2535230" y="0"/>
                    <a:pt x="2543538" y="3442"/>
                    <a:pt x="2549665" y="9568"/>
                  </a:cubicBezTo>
                  <a:cubicBezTo>
                    <a:pt x="2555791" y="15694"/>
                    <a:pt x="2559232" y="24002"/>
                    <a:pt x="2559232" y="32666"/>
                  </a:cubicBezTo>
                  <a:lnTo>
                    <a:pt x="2559232" y="1937730"/>
                  </a:lnTo>
                  <a:cubicBezTo>
                    <a:pt x="2559232" y="1946393"/>
                    <a:pt x="2555791" y="1954702"/>
                    <a:pt x="2549665" y="1960828"/>
                  </a:cubicBezTo>
                  <a:cubicBezTo>
                    <a:pt x="2543538" y="1966954"/>
                    <a:pt x="2535230" y="1970396"/>
                    <a:pt x="2526566" y="1970396"/>
                  </a:cubicBezTo>
                  <a:lnTo>
                    <a:pt x="32666" y="1970396"/>
                  </a:lnTo>
                  <a:cubicBezTo>
                    <a:pt x="24002" y="1970396"/>
                    <a:pt x="15694" y="1966954"/>
                    <a:pt x="9568" y="1960828"/>
                  </a:cubicBezTo>
                  <a:cubicBezTo>
                    <a:pt x="3442" y="1954702"/>
                    <a:pt x="0" y="1946393"/>
                    <a:pt x="0" y="1937730"/>
                  </a:cubicBezTo>
                  <a:lnTo>
                    <a:pt x="0" y="32666"/>
                  </a:lnTo>
                  <a:cubicBezTo>
                    <a:pt x="0" y="24002"/>
                    <a:pt x="3442" y="15694"/>
                    <a:pt x="9568" y="9568"/>
                  </a:cubicBezTo>
                  <a:cubicBezTo>
                    <a:pt x="15694" y="3442"/>
                    <a:pt x="24002" y="0"/>
                    <a:pt x="32666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559232" cy="1979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452944" y="7801184"/>
            <a:ext cx="2603950" cy="757513"/>
          </a:xfrm>
          <a:custGeom>
            <a:avLst/>
            <a:gdLst/>
            <a:ahLst/>
            <a:cxnLst/>
            <a:rect r="r" b="b" t="t" l="l"/>
            <a:pathLst>
              <a:path h="757513" w="2603950">
                <a:moveTo>
                  <a:pt x="0" y="0"/>
                </a:moveTo>
                <a:lnTo>
                  <a:pt x="2603950" y="0"/>
                </a:lnTo>
                <a:lnTo>
                  <a:pt x="2603950" y="757512"/>
                </a:lnTo>
                <a:lnTo>
                  <a:pt x="0" y="7575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92860" y="6757332"/>
            <a:ext cx="1333415" cy="6667074"/>
          </a:xfrm>
          <a:custGeom>
            <a:avLst/>
            <a:gdLst/>
            <a:ahLst/>
            <a:cxnLst/>
            <a:rect r="r" b="b" t="t" l="l"/>
            <a:pathLst>
              <a:path h="6667074" w="1333415">
                <a:moveTo>
                  <a:pt x="0" y="0"/>
                </a:moveTo>
                <a:lnTo>
                  <a:pt x="1333415" y="0"/>
                </a:lnTo>
                <a:lnTo>
                  <a:pt x="1333415" y="6667075"/>
                </a:lnTo>
                <a:lnTo>
                  <a:pt x="0" y="6667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57600" y="91440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61535" y="8558696"/>
            <a:ext cx="4613232" cy="696179"/>
          </a:xfrm>
          <a:custGeom>
            <a:avLst/>
            <a:gdLst/>
            <a:ahLst/>
            <a:cxnLst/>
            <a:rect r="r" b="b" t="t" l="l"/>
            <a:pathLst>
              <a:path h="696179" w="4613232">
                <a:moveTo>
                  <a:pt x="0" y="0"/>
                </a:moveTo>
                <a:lnTo>
                  <a:pt x="4613233" y="0"/>
                </a:lnTo>
                <a:lnTo>
                  <a:pt x="4613233" y="696179"/>
                </a:lnTo>
                <a:lnTo>
                  <a:pt x="0" y="6961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674768" y="8558696"/>
            <a:ext cx="4613232" cy="696179"/>
          </a:xfrm>
          <a:custGeom>
            <a:avLst/>
            <a:gdLst/>
            <a:ahLst/>
            <a:cxnLst/>
            <a:rect r="r" b="b" t="t" l="l"/>
            <a:pathLst>
              <a:path h="696179" w="4613232">
                <a:moveTo>
                  <a:pt x="0" y="0"/>
                </a:moveTo>
                <a:lnTo>
                  <a:pt x="4613232" y="0"/>
                </a:lnTo>
                <a:lnTo>
                  <a:pt x="4613232" y="696179"/>
                </a:lnTo>
                <a:lnTo>
                  <a:pt x="0" y="6961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657600" y="91440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64930" y="8558696"/>
            <a:ext cx="4613232" cy="696179"/>
          </a:xfrm>
          <a:custGeom>
            <a:avLst/>
            <a:gdLst/>
            <a:ahLst/>
            <a:cxnLst/>
            <a:rect r="r" b="b" t="t" l="l"/>
            <a:pathLst>
              <a:path h="696179" w="4613232">
                <a:moveTo>
                  <a:pt x="0" y="0"/>
                </a:moveTo>
                <a:lnTo>
                  <a:pt x="4613233" y="0"/>
                </a:lnTo>
                <a:lnTo>
                  <a:pt x="4613233" y="696179"/>
                </a:lnTo>
                <a:lnTo>
                  <a:pt x="0" y="6961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448303" y="8558696"/>
            <a:ext cx="4613232" cy="696179"/>
          </a:xfrm>
          <a:custGeom>
            <a:avLst/>
            <a:gdLst/>
            <a:ahLst/>
            <a:cxnLst/>
            <a:rect r="r" b="b" t="t" l="l"/>
            <a:pathLst>
              <a:path h="696179" w="4613232">
                <a:moveTo>
                  <a:pt x="0" y="0"/>
                </a:moveTo>
                <a:lnTo>
                  <a:pt x="4613232" y="0"/>
                </a:lnTo>
                <a:lnTo>
                  <a:pt x="4613232" y="696179"/>
                </a:lnTo>
                <a:lnTo>
                  <a:pt x="0" y="6961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57086" y="3949022"/>
            <a:ext cx="4609674" cy="4609674"/>
          </a:xfrm>
          <a:custGeom>
            <a:avLst/>
            <a:gdLst/>
            <a:ahLst/>
            <a:cxnLst/>
            <a:rect r="r" b="b" t="t" l="l"/>
            <a:pathLst>
              <a:path h="4609674" w="4609674">
                <a:moveTo>
                  <a:pt x="0" y="0"/>
                </a:moveTo>
                <a:lnTo>
                  <a:pt x="4609674" y="0"/>
                </a:lnTo>
                <a:lnTo>
                  <a:pt x="4609674" y="4609674"/>
                </a:lnTo>
                <a:lnTo>
                  <a:pt x="0" y="46096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965433" y="6070678"/>
            <a:ext cx="1060842" cy="686654"/>
          </a:xfrm>
          <a:custGeom>
            <a:avLst/>
            <a:gdLst/>
            <a:ahLst/>
            <a:cxnLst/>
            <a:rect r="r" b="b" t="t" l="l"/>
            <a:pathLst>
              <a:path h="686654" w="1060842">
                <a:moveTo>
                  <a:pt x="0" y="0"/>
                </a:moveTo>
                <a:lnTo>
                  <a:pt x="1060842" y="0"/>
                </a:lnTo>
                <a:lnTo>
                  <a:pt x="1060842" y="686654"/>
                </a:lnTo>
                <a:lnTo>
                  <a:pt x="0" y="6866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630400" y="4034096"/>
            <a:ext cx="4491538" cy="4759818"/>
          </a:xfrm>
          <a:custGeom>
            <a:avLst/>
            <a:gdLst/>
            <a:ahLst/>
            <a:cxnLst/>
            <a:rect r="r" b="b" t="t" l="l"/>
            <a:pathLst>
              <a:path h="4759818" w="4491538">
                <a:moveTo>
                  <a:pt x="0" y="0"/>
                </a:moveTo>
                <a:lnTo>
                  <a:pt x="4491538" y="0"/>
                </a:lnTo>
                <a:lnTo>
                  <a:pt x="4491538" y="4759818"/>
                </a:lnTo>
                <a:lnTo>
                  <a:pt x="0" y="47598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356206" y="8879544"/>
            <a:ext cx="5019663" cy="757513"/>
          </a:xfrm>
          <a:custGeom>
            <a:avLst/>
            <a:gdLst/>
            <a:ahLst/>
            <a:cxnLst/>
            <a:rect r="r" b="b" t="t" l="l"/>
            <a:pathLst>
              <a:path h="757513" w="5019663">
                <a:moveTo>
                  <a:pt x="0" y="0"/>
                </a:moveTo>
                <a:lnTo>
                  <a:pt x="5019663" y="0"/>
                </a:lnTo>
                <a:lnTo>
                  <a:pt x="5019663" y="757512"/>
                </a:lnTo>
                <a:lnTo>
                  <a:pt x="0" y="7575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61482" y="8879544"/>
            <a:ext cx="2603950" cy="757513"/>
          </a:xfrm>
          <a:custGeom>
            <a:avLst/>
            <a:gdLst/>
            <a:ahLst/>
            <a:cxnLst/>
            <a:rect r="r" b="b" t="t" l="l"/>
            <a:pathLst>
              <a:path h="757513" w="2603950">
                <a:moveTo>
                  <a:pt x="0" y="0"/>
                </a:moveTo>
                <a:lnTo>
                  <a:pt x="2603951" y="0"/>
                </a:lnTo>
                <a:lnTo>
                  <a:pt x="2603951" y="757512"/>
                </a:lnTo>
                <a:lnTo>
                  <a:pt x="0" y="7575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45163" y="4659634"/>
            <a:ext cx="2601738" cy="3899062"/>
          </a:xfrm>
          <a:custGeom>
            <a:avLst/>
            <a:gdLst/>
            <a:ahLst/>
            <a:cxnLst/>
            <a:rect r="r" b="b" t="t" l="l"/>
            <a:pathLst>
              <a:path h="3899062" w="2601738">
                <a:moveTo>
                  <a:pt x="0" y="0"/>
                </a:moveTo>
                <a:lnTo>
                  <a:pt x="2601738" y="0"/>
                </a:lnTo>
                <a:lnTo>
                  <a:pt x="2601738" y="3899062"/>
                </a:lnTo>
                <a:lnTo>
                  <a:pt x="0" y="38990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946049" y="9333357"/>
            <a:ext cx="2603950" cy="757513"/>
          </a:xfrm>
          <a:custGeom>
            <a:avLst/>
            <a:gdLst/>
            <a:ahLst/>
            <a:cxnLst/>
            <a:rect r="r" b="b" t="t" l="l"/>
            <a:pathLst>
              <a:path h="757513" w="2603950">
                <a:moveTo>
                  <a:pt x="0" y="0"/>
                </a:moveTo>
                <a:lnTo>
                  <a:pt x="2603950" y="0"/>
                </a:lnTo>
                <a:lnTo>
                  <a:pt x="2603950" y="757513"/>
                </a:lnTo>
                <a:lnTo>
                  <a:pt x="0" y="757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934181" y="3251712"/>
            <a:ext cx="7477034" cy="426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Plataf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orma Objetivo: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Android (compatible desde Android 8.0 Oreo+ / API 26 para cubrir &gt;90% de dispositivos).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Tecnología de Desarrollo: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Flutter o Unity Engine (pro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esamiento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gráfico flui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y soporte 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sockets PvP).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Servici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os Integra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os: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Google Play Games Serv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ces: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utent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icación, matchmaking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compe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itivo,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lea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der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boards globale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y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guardado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en 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 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ube.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Google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AdMob SDK: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estión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y despl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egue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formatos publici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arios.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495561" y="7417270"/>
            <a:ext cx="2900976" cy="1376645"/>
          </a:xfrm>
          <a:custGeom>
            <a:avLst/>
            <a:gdLst/>
            <a:ahLst/>
            <a:cxnLst/>
            <a:rect r="r" b="b" t="t" l="l"/>
            <a:pathLst>
              <a:path h="1376645" w="2900976">
                <a:moveTo>
                  <a:pt x="0" y="0"/>
                </a:moveTo>
                <a:lnTo>
                  <a:pt x="2900975" y="0"/>
                </a:lnTo>
                <a:lnTo>
                  <a:pt x="2900975" y="1376644"/>
                </a:lnTo>
                <a:lnTo>
                  <a:pt x="0" y="137664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151642" y="694458"/>
            <a:ext cx="9238129" cy="161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9"/>
              </a:lnSpc>
              <a:spcBef>
                <a:spcPct val="0"/>
              </a:spcBef>
            </a:pPr>
            <a:r>
              <a:rPr lang="en-US" sz="4507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PLATAFORMA Y ARQUITECTURA TÉCNICA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097026" y="2435083"/>
            <a:ext cx="585491" cy="1024930"/>
          </a:xfrm>
          <a:custGeom>
            <a:avLst/>
            <a:gdLst/>
            <a:ahLst/>
            <a:cxnLst/>
            <a:rect r="r" b="b" t="t" l="l"/>
            <a:pathLst>
              <a:path h="1024930" w="585491">
                <a:moveTo>
                  <a:pt x="0" y="0"/>
                </a:moveTo>
                <a:lnTo>
                  <a:pt x="585491" y="0"/>
                </a:lnTo>
                <a:lnTo>
                  <a:pt x="585491" y="1024930"/>
                </a:lnTo>
                <a:lnTo>
                  <a:pt x="0" y="102493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469015" y="2425558"/>
            <a:ext cx="7798273" cy="26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1736" spc="-18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Plataforma y Servicios Integrados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52CFF">
                <a:alpha val="100000"/>
              </a:srgbClr>
            </a:gs>
            <a:gs pos="100000">
              <a:srgbClr val="62A6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396" y="531881"/>
            <a:ext cx="10078822" cy="5944633"/>
            <a:chOff x="0" y="0"/>
            <a:chExt cx="2654505" cy="1565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4505" cy="1565665"/>
            </a:xfrm>
            <a:custGeom>
              <a:avLst/>
              <a:gdLst/>
              <a:ahLst/>
              <a:cxnLst/>
              <a:rect r="r" b="b" t="t" l="l"/>
              <a:pathLst>
                <a:path h="1565665" w="2654505">
                  <a:moveTo>
                    <a:pt x="31494" y="0"/>
                  </a:moveTo>
                  <a:lnTo>
                    <a:pt x="2623011" y="0"/>
                  </a:lnTo>
                  <a:cubicBezTo>
                    <a:pt x="2640405" y="0"/>
                    <a:pt x="2654505" y="14100"/>
                    <a:pt x="2654505" y="31494"/>
                  </a:cubicBezTo>
                  <a:lnTo>
                    <a:pt x="2654505" y="1534171"/>
                  </a:lnTo>
                  <a:cubicBezTo>
                    <a:pt x="2654505" y="1551564"/>
                    <a:pt x="2640405" y="1565665"/>
                    <a:pt x="2623011" y="1565665"/>
                  </a:cubicBezTo>
                  <a:lnTo>
                    <a:pt x="31494" y="1565665"/>
                  </a:lnTo>
                  <a:cubicBezTo>
                    <a:pt x="14100" y="1565665"/>
                    <a:pt x="0" y="1551564"/>
                    <a:pt x="0" y="1534171"/>
                  </a:cubicBezTo>
                  <a:lnTo>
                    <a:pt x="0" y="31494"/>
                  </a:lnTo>
                  <a:cubicBezTo>
                    <a:pt x="0" y="14100"/>
                    <a:pt x="14100" y="0"/>
                    <a:pt x="31494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654505" cy="1575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217366" y="6635963"/>
            <a:ext cx="6547752" cy="1178595"/>
          </a:xfrm>
          <a:custGeom>
            <a:avLst/>
            <a:gdLst/>
            <a:ahLst/>
            <a:cxnLst/>
            <a:rect r="r" b="b" t="t" l="l"/>
            <a:pathLst>
              <a:path h="1178595" w="6547752">
                <a:moveTo>
                  <a:pt x="0" y="0"/>
                </a:moveTo>
                <a:lnTo>
                  <a:pt x="6547753" y="0"/>
                </a:lnTo>
                <a:lnTo>
                  <a:pt x="6547753" y="1178595"/>
                </a:lnTo>
                <a:lnTo>
                  <a:pt x="0" y="1178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17366" y="6003184"/>
            <a:ext cx="4613232" cy="696179"/>
          </a:xfrm>
          <a:custGeom>
            <a:avLst/>
            <a:gdLst/>
            <a:ahLst/>
            <a:cxnLst/>
            <a:rect r="r" b="b" t="t" l="l"/>
            <a:pathLst>
              <a:path h="696179" w="4613232">
                <a:moveTo>
                  <a:pt x="0" y="0"/>
                </a:moveTo>
                <a:lnTo>
                  <a:pt x="4613233" y="0"/>
                </a:lnTo>
                <a:lnTo>
                  <a:pt x="4613233" y="696179"/>
                </a:lnTo>
                <a:lnTo>
                  <a:pt x="0" y="696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38289" y="1919743"/>
            <a:ext cx="4613232" cy="696179"/>
          </a:xfrm>
          <a:custGeom>
            <a:avLst/>
            <a:gdLst/>
            <a:ahLst/>
            <a:cxnLst/>
            <a:rect r="r" b="b" t="t" l="l"/>
            <a:pathLst>
              <a:path h="696179" w="4613232">
                <a:moveTo>
                  <a:pt x="0" y="0"/>
                </a:moveTo>
                <a:lnTo>
                  <a:pt x="4613233" y="0"/>
                </a:lnTo>
                <a:lnTo>
                  <a:pt x="4613233" y="696179"/>
                </a:lnTo>
                <a:lnTo>
                  <a:pt x="0" y="696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38289" y="2615922"/>
            <a:ext cx="6547752" cy="1178595"/>
          </a:xfrm>
          <a:custGeom>
            <a:avLst/>
            <a:gdLst/>
            <a:ahLst/>
            <a:cxnLst/>
            <a:rect r="r" b="b" t="t" l="l"/>
            <a:pathLst>
              <a:path h="1178595" w="6547752">
                <a:moveTo>
                  <a:pt x="0" y="0"/>
                </a:moveTo>
                <a:lnTo>
                  <a:pt x="6547753" y="0"/>
                </a:lnTo>
                <a:lnTo>
                  <a:pt x="6547753" y="1178595"/>
                </a:lnTo>
                <a:lnTo>
                  <a:pt x="0" y="1178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65917" y="8579925"/>
            <a:ext cx="4613232" cy="696179"/>
          </a:xfrm>
          <a:custGeom>
            <a:avLst/>
            <a:gdLst/>
            <a:ahLst/>
            <a:cxnLst/>
            <a:rect r="r" b="b" t="t" l="l"/>
            <a:pathLst>
              <a:path h="696179" w="4613232">
                <a:moveTo>
                  <a:pt x="0" y="0"/>
                </a:moveTo>
                <a:lnTo>
                  <a:pt x="4613232" y="0"/>
                </a:lnTo>
                <a:lnTo>
                  <a:pt x="4613232" y="696179"/>
                </a:lnTo>
                <a:lnTo>
                  <a:pt x="0" y="696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9108405"/>
            <a:ext cx="6547752" cy="1178595"/>
          </a:xfrm>
          <a:custGeom>
            <a:avLst/>
            <a:gdLst/>
            <a:ahLst/>
            <a:cxnLst/>
            <a:rect r="r" b="b" t="t" l="l"/>
            <a:pathLst>
              <a:path h="1178595" w="6547752">
                <a:moveTo>
                  <a:pt x="0" y="0"/>
                </a:moveTo>
                <a:lnTo>
                  <a:pt x="6547752" y="0"/>
                </a:lnTo>
                <a:lnTo>
                  <a:pt x="6547752" y="1178595"/>
                </a:lnTo>
                <a:lnTo>
                  <a:pt x="0" y="1178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721606" y="7823416"/>
            <a:ext cx="8975561" cy="2054317"/>
            <a:chOff x="0" y="0"/>
            <a:chExt cx="2363934" cy="5410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63934" cy="541055"/>
            </a:xfrm>
            <a:custGeom>
              <a:avLst/>
              <a:gdLst/>
              <a:ahLst/>
              <a:cxnLst/>
              <a:rect r="r" b="b" t="t" l="l"/>
              <a:pathLst>
                <a:path h="541055" w="2363934">
                  <a:moveTo>
                    <a:pt x="35365" y="0"/>
                  </a:moveTo>
                  <a:lnTo>
                    <a:pt x="2328569" y="0"/>
                  </a:lnTo>
                  <a:cubicBezTo>
                    <a:pt x="2348100" y="0"/>
                    <a:pt x="2363934" y="15833"/>
                    <a:pt x="2363934" y="35365"/>
                  </a:cubicBezTo>
                  <a:lnTo>
                    <a:pt x="2363934" y="505690"/>
                  </a:lnTo>
                  <a:cubicBezTo>
                    <a:pt x="2363934" y="525221"/>
                    <a:pt x="2348100" y="541055"/>
                    <a:pt x="2328569" y="541055"/>
                  </a:cubicBezTo>
                  <a:lnTo>
                    <a:pt x="35365" y="541055"/>
                  </a:lnTo>
                  <a:cubicBezTo>
                    <a:pt x="15833" y="541055"/>
                    <a:pt x="0" y="525221"/>
                    <a:pt x="0" y="505690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363934" cy="550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8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150950" y="6436311"/>
            <a:ext cx="2902692" cy="1314128"/>
          </a:xfrm>
          <a:custGeom>
            <a:avLst/>
            <a:gdLst/>
            <a:ahLst/>
            <a:cxnLst/>
            <a:rect r="r" b="b" t="t" l="l"/>
            <a:pathLst>
              <a:path h="1314128" w="2902692">
                <a:moveTo>
                  <a:pt x="0" y="0"/>
                </a:moveTo>
                <a:lnTo>
                  <a:pt x="2902692" y="0"/>
                </a:lnTo>
                <a:lnTo>
                  <a:pt x="2902692" y="1314128"/>
                </a:lnTo>
                <a:lnTo>
                  <a:pt x="0" y="13141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12927" y="2819174"/>
            <a:ext cx="3901102" cy="4134116"/>
          </a:xfrm>
          <a:custGeom>
            <a:avLst/>
            <a:gdLst/>
            <a:ahLst/>
            <a:cxnLst/>
            <a:rect r="r" b="b" t="t" l="l"/>
            <a:pathLst>
              <a:path h="4134116" w="3901102">
                <a:moveTo>
                  <a:pt x="0" y="0"/>
                </a:moveTo>
                <a:lnTo>
                  <a:pt x="3901102" y="0"/>
                </a:lnTo>
                <a:lnTo>
                  <a:pt x="3901102" y="4134116"/>
                </a:lnTo>
                <a:lnTo>
                  <a:pt x="0" y="41341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7513" y="684451"/>
            <a:ext cx="9875076" cy="192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9"/>
              </a:lnSpc>
              <a:spcBef>
                <a:spcPct val="0"/>
              </a:spcBef>
            </a:pPr>
            <a:r>
              <a:rPr lang="en-US" sz="5407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MODELO DE NEGOCIO Y MONETIZACIÓN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338937" y="6623566"/>
            <a:ext cx="1240212" cy="2304448"/>
          </a:xfrm>
          <a:custGeom>
            <a:avLst/>
            <a:gdLst/>
            <a:ahLst/>
            <a:cxnLst/>
            <a:rect r="r" b="b" t="t" l="l"/>
            <a:pathLst>
              <a:path h="2304448" w="1240212">
                <a:moveTo>
                  <a:pt x="0" y="0"/>
                </a:moveTo>
                <a:lnTo>
                  <a:pt x="1240212" y="0"/>
                </a:lnTo>
                <a:lnTo>
                  <a:pt x="1240212" y="2304449"/>
                </a:lnTo>
                <a:lnTo>
                  <a:pt x="0" y="23044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951572" y="680862"/>
            <a:ext cx="2973762" cy="1411185"/>
          </a:xfrm>
          <a:custGeom>
            <a:avLst/>
            <a:gdLst/>
            <a:ahLst/>
            <a:cxnLst/>
            <a:rect r="r" b="b" t="t" l="l"/>
            <a:pathLst>
              <a:path h="1411185" w="2973762">
                <a:moveTo>
                  <a:pt x="0" y="0"/>
                </a:moveTo>
                <a:lnTo>
                  <a:pt x="2973762" y="0"/>
                </a:lnTo>
                <a:lnTo>
                  <a:pt x="2973762" y="1411185"/>
                </a:lnTo>
                <a:lnTo>
                  <a:pt x="0" y="14111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374011" y="1876844"/>
            <a:ext cx="2540581" cy="739078"/>
          </a:xfrm>
          <a:custGeom>
            <a:avLst/>
            <a:gdLst/>
            <a:ahLst/>
            <a:cxnLst/>
            <a:rect r="r" b="b" t="t" l="l"/>
            <a:pathLst>
              <a:path h="739078" w="2540581">
                <a:moveTo>
                  <a:pt x="0" y="0"/>
                </a:moveTo>
                <a:lnTo>
                  <a:pt x="2540581" y="0"/>
                </a:lnTo>
                <a:lnTo>
                  <a:pt x="2540581" y="739078"/>
                </a:lnTo>
                <a:lnTo>
                  <a:pt x="0" y="7390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57740" y="2704874"/>
            <a:ext cx="9408967" cy="383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Publicidad N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 Intrusiva (AdMob):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Anuncios Intermedios: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Únicamente al finalizar la partida o en checkpoints.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Anuncios Recompensados: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Opcionales a cambio de reintento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lo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o cosméti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cos.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et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zac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ó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Direc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(In-App P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urchase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s):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Pas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 "Ad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-F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e":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 ú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nico para eliminar anuncios.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Cosméticos: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Skins de ma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zos,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tape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es y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efectos (si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ventajas numéri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cas, mante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endo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el juego 100% Fai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 Pl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ay).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414452" y="8823092"/>
            <a:ext cx="8785889" cy="8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</a:t>
            </a:r>
            <a:r>
              <a:rPr lang="en-US" b="true" sz="2000" strike="noStrike" u="none">
                <a:solidFill>
                  <a:srgbClr val="FFFFFF">
                    <a:alpha val="7176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escarga Gratuita: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Maximiza la base de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usuario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garant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izar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matchmaking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PvP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fluid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y rápi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do.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14452" y="8137336"/>
            <a:ext cx="5955270" cy="53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1736" spc="-18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Estrategia de Monetización (Freemium)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490222" y="1579582"/>
            <a:ext cx="585491" cy="1024930"/>
          </a:xfrm>
          <a:custGeom>
            <a:avLst/>
            <a:gdLst/>
            <a:ahLst/>
            <a:cxnLst/>
            <a:rect r="r" b="b" t="t" l="l"/>
            <a:pathLst>
              <a:path h="1024930" w="585491">
                <a:moveTo>
                  <a:pt x="0" y="0"/>
                </a:moveTo>
                <a:lnTo>
                  <a:pt x="585491" y="0"/>
                </a:lnTo>
                <a:lnTo>
                  <a:pt x="585491" y="1024930"/>
                </a:lnTo>
                <a:lnTo>
                  <a:pt x="0" y="10249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039616" y="6343120"/>
            <a:ext cx="1838854" cy="1838854"/>
          </a:xfrm>
          <a:custGeom>
            <a:avLst/>
            <a:gdLst/>
            <a:ahLst/>
            <a:cxnLst/>
            <a:rect r="r" b="b" t="t" l="l"/>
            <a:pathLst>
              <a:path h="1838854" w="1838854">
                <a:moveTo>
                  <a:pt x="0" y="0"/>
                </a:moveTo>
                <a:lnTo>
                  <a:pt x="1838854" y="0"/>
                </a:lnTo>
                <a:lnTo>
                  <a:pt x="1838854" y="1838854"/>
                </a:lnTo>
                <a:lnTo>
                  <a:pt x="0" y="183885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634696" y="6540274"/>
            <a:ext cx="2902692" cy="1314128"/>
          </a:xfrm>
          <a:custGeom>
            <a:avLst/>
            <a:gdLst/>
            <a:ahLst/>
            <a:cxnLst/>
            <a:rect r="r" b="b" t="t" l="l"/>
            <a:pathLst>
              <a:path h="1314128" w="2902692">
                <a:moveTo>
                  <a:pt x="0" y="0"/>
                </a:moveTo>
                <a:lnTo>
                  <a:pt x="2902692" y="0"/>
                </a:lnTo>
                <a:lnTo>
                  <a:pt x="2902692" y="1314128"/>
                </a:lnTo>
                <a:lnTo>
                  <a:pt x="0" y="13141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140323" y="1290658"/>
            <a:ext cx="1811248" cy="1172372"/>
          </a:xfrm>
          <a:custGeom>
            <a:avLst/>
            <a:gdLst/>
            <a:ahLst/>
            <a:cxnLst/>
            <a:rect r="r" b="b" t="t" l="l"/>
            <a:pathLst>
              <a:path h="1172372" w="1811248">
                <a:moveTo>
                  <a:pt x="0" y="0"/>
                </a:moveTo>
                <a:lnTo>
                  <a:pt x="1811249" y="0"/>
                </a:lnTo>
                <a:lnTo>
                  <a:pt x="1811249" y="1172372"/>
                </a:lnTo>
                <a:lnTo>
                  <a:pt x="0" y="117237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98771" y="7439389"/>
            <a:ext cx="2973762" cy="1411185"/>
          </a:xfrm>
          <a:custGeom>
            <a:avLst/>
            <a:gdLst/>
            <a:ahLst/>
            <a:cxnLst/>
            <a:rect r="r" b="b" t="t" l="l"/>
            <a:pathLst>
              <a:path h="1411185" w="2973762">
                <a:moveTo>
                  <a:pt x="0" y="0"/>
                </a:moveTo>
                <a:lnTo>
                  <a:pt x="2973762" y="0"/>
                </a:lnTo>
                <a:lnTo>
                  <a:pt x="2973762" y="1411185"/>
                </a:lnTo>
                <a:lnTo>
                  <a:pt x="0" y="14111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750597" y="8181974"/>
            <a:ext cx="3336221" cy="970537"/>
          </a:xfrm>
          <a:custGeom>
            <a:avLst/>
            <a:gdLst/>
            <a:ahLst/>
            <a:cxnLst/>
            <a:rect r="r" b="b" t="t" l="l"/>
            <a:pathLst>
              <a:path h="970537" w="3336221">
                <a:moveTo>
                  <a:pt x="0" y="0"/>
                </a:moveTo>
                <a:lnTo>
                  <a:pt x="3336221" y="0"/>
                </a:lnTo>
                <a:lnTo>
                  <a:pt x="3336221" y="970537"/>
                </a:lnTo>
                <a:lnTo>
                  <a:pt x="0" y="9705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52CFF">
                <a:alpha val="100000"/>
              </a:srgbClr>
            </a:gs>
            <a:gs pos="100000">
              <a:srgbClr val="62A6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75793" y="5451913"/>
            <a:ext cx="2907198" cy="2907198"/>
          </a:xfrm>
          <a:custGeom>
            <a:avLst/>
            <a:gdLst/>
            <a:ahLst/>
            <a:cxnLst/>
            <a:rect r="r" b="b" t="t" l="l"/>
            <a:pathLst>
              <a:path h="2907198" w="2907198">
                <a:moveTo>
                  <a:pt x="0" y="0"/>
                </a:moveTo>
                <a:lnTo>
                  <a:pt x="2907199" y="0"/>
                </a:lnTo>
                <a:lnTo>
                  <a:pt x="2907199" y="2907199"/>
                </a:lnTo>
                <a:lnTo>
                  <a:pt x="0" y="2907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94537" y="7278984"/>
            <a:ext cx="5981450" cy="1979316"/>
          </a:xfrm>
          <a:custGeom>
            <a:avLst/>
            <a:gdLst/>
            <a:ahLst/>
            <a:cxnLst/>
            <a:rect r="r" b="b" t="t" l="l"/>
            <a:pathLst>
              <a:path h="1979316" w="5981450">
                <a:moveTo>
                  <a:pt x="0" y="0"/>
                </a:moveTo>
                <a:lnTo>
                  <a:pt x="5981450" y="0"/>
                </a:lnTo>
                <a:lnTo>
                  <a:pt x="5981450" y="1979316"/>
                </a:lnTo>
                <a:lnTo>
                  <a:pt x="0" y="1979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76398" y="6603349"/>
            <a:ext cx="8023205" cy="2654951"/>
          </a:xfrm>
          <a:custGeom>
            <a:avLst/>
            <a:gdLst/>
            <a:ahLst/>
            <a:cxnLst/>
            <a:rect r="r" b="b" t="t" l="l"/>
            <a:pathLst>
              <a:path h="2654951" w="8023205">
                <a:moveTo>
                  <a:pt x="0" y="0"/>
                </a:moveTo>
                <a:lnTo>
                  <a:pt x="8023204" y="0"/>
                </a:lnTo>
                <a:lnTo>
                  <a:pt x="8023204" y="2654951"/>
                </a:lnTo>
                <a:lnTo>
                  <a:pt x="0" y="2654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728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576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57600" y="9258300"/>
            <a:ext cx="7315200" cy="1396538"/>
          </a:xfrm>
          <a:custGeom>
            <a:avLst/>
            <a:gdLst/>
            <a:ahLst/>
            <a:cxnLst/>
            <a:rect r="r" b="b" t="t" l="l"/>
            <a:pathLst>
              <a:path h="1396538" w="7315200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1031923" y="4417488"/>
            <a:ext cx="4567967" cy="4840812"/>
          </a:xfrm>
          <a:custGeom>
            <a:avLst/>
            <a:gdLst/>
            <a:ahLst/>
            <a:cxnLst/>
            <a:rect r="r" b="b" t="t" l="l"/>
            <a:pathLst>
              <a:path h="4840812" w="4567967">
                <a:moveTo>
                  <a:pt x="4567967" y="0"/>
                </a:moveTo>
                <a:lnTo>
                  <a:pt x="0" y="0"/>
                </a:lnTo>
                <a:lnTo>
                  <a:pt x="0" y="4840812"/>
                </a:lnTo>
                <a:lnTo>
                  <a:pt x="4567967" y="4840812"/>
                </a:lnTo>
                <a:lnTo>
                  <a:pt x="456796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894523" y="8871442"/>
            <a:ext cx="5486400" cy="827948"/>
          </a:xfrm>
          <a:custGeom>
            <a:avLst/>
            <a:gdLst/>
            <a:ahLst/>
            <a:cxnLst/>
            <a:rect r="r" b="b" t="t" l="l"/>
            <a:pathLst>
              <a:path h="827948" w="5486400">
                <a:moveTo>
                  <a:pt x="0" y="0"/>
                </a:moveTo>
                <a:lnTo>
                  <a:pt x="5486400" y="0"/>
                </a:lnTo>
                <a:lnTo>
                  <a:pt x="5486400" y="827948"/>
                </a:lnTo>
                <a:lnTo>
                  <a:pt x="0" y="827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75336" y="9822825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60" y="0"/>
                </a:lnTo>
                <a:lnTo>
                  <a:pt x="2374960" y="690898"/>
                </a:lnTo>
                <a:lnTo>
                  <a:pt x="0" y="6908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81993" y="6837894"/>
            <a:ext cx="1294405" cy="2405144"/>
          </a:xfrm>
          <a:custGeom>
            <a:avLst/>
            <a:gdLst/>
            <a:ahLst/>
            <a:cxnLst/>
            <a:rect r="r" b="b" t="t" l="l"/>
            <a:pathLst>
              <a:path h="2405144" w="1294405">
                <a:moveTo>
                  <a:pt x="0" y="0"/>
                </a:moveTo>
                <a:lnTo>
                  <a:pt x="1294405" y="0"/>
                </a:lnTo>
                <a:lnTo>
                  <a:pt x="1294405" y="2405144"/>
                </a:lnTo>
                <a:lnTo>
                  <a:pt x="0" y="24051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433600" y="3510416"/>
            <a:ext cx="4159446" cy="1452025"/>
          </a:xfrm>
          <a:custGeom>
            <a:avLst/>
            <a:gdLst/>
            <a:ahLst/>
            <a:cxnLst/>
            <a:rect r="r" b="b" t="t" l="l"/>
            <a:pathLst>
              <a:path h="1452025" w="4159446">
                <a:moveTo>
                  <a:pt x="0" y="0"/>
                </a:moveTo>
                <a:lnTo>
                  <a:pt x="4159446" y="0"/>
                </a:lnTo>
                <a:lnTo>
                  <a:pt x="4159446" y="1452024"/>
                </a:lnTo>
                <a:lnTo>
                  <a:pt x="0" y="14520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494537" y="1164216"/>
            <a:ext cx="4159446" cy="1452025"/>
          </a:xfrm>
          <a:custGeom>
            <a:avLst/>
            <a:gdLst/>
            <a:ahLst/>
            <a:cxnLst/>
            <a:rect r="r" b="b" t="t" l="l"/>
            <a:pathLst>
              <a:path h="1452025" w="4159446">
                <a:moveTo>
                  <a:pt x="0" y="0"/>
                </a:moveTo>
                <a:lnTo>
                  <a:pt x="4159446" y="0"/>
                </a:lnTo>
                <a:lnTo>
                  <a:pt x="4159446" y="1452025"/>
                </a:lnTo>
                <a:lnTo>
                  <a:pt x="0" y="14520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57242" y="2292551"/>
            <a:ext cx="13908449" cy="579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66"/>
              </a:lnSpc>
            </a:pPr>
            <a:r>
              <a:rPr lang="en-US" sz="2405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THANK</a:t>
            </a:r>
          </a:p>
          <a:p>
            <a:pPr algn="ctr">
              <a:lnSpc>
                <a:spcPts val="21166"/>
              </a:lnSpc>
            </a:pPr>
            <a:r>
              <a:rPr lang="en-US" sz="2405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YOU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5765691" y="8234432"/>
            <a:ext cx="4567967" cy="4840812"/>
          </a:xfrm>
          <a:custGeom>
            <a:avLst/>
            <a:gdLst/>
            <a:ahLst/>
            <a:cxnLst/>
            <a:rect r="r" b="b" t="t" l="l"/>
            <a:pathLst>
              <a:path h="4840812" w="4567967">
                <a:moveTo>
                  <a:pt x="4567966" y="0"/>
                </a:moveTo>
                <a:lnTo>
                  <a:pt x="0" y="0"/>
                </a:lnTo>
                <a:lnTo>
                  <a:pt x="0" y="4840812"/>
                </a:lnTo>
                <a:lnTo>
                  <a:pt x="4567966" y="4840812"/>
                </a:lnTo>
                <a:lnTo>
                  <a:pt x="456796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030859" y="9699390"/>
            <a:ext cx="2676773" cy="778698"/>
          </a:xfrm>
          <a:custGeom>
            <a:avLst/>
            <a:gdLst/>
            <a:ahLst/>
            <a:cxnLst/>
            <a:rect r="r" b="b" t="t" l="l"/>
            <a:pathLst>
              <a:path h="778698" w="2676773">
                <a:moveTo>
                  <a:pt x="0" y="0"/>
                </a:moveTo>
                <a:lnTo>
                  <a:pt x="2676773" y="0"/>
                </a:lnTo>
                <a:lnTo>
                  <a:pt x="2676773" y="778698"/>
                </a:lnTo>
                <a:lnTo>
                  <a:pt x="0" y="7786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364088" y="7930824"/>
            <a:ext cx="1811248" cy="1172372"/>
          </a:xfrm>
          <a:custGeom>
            <a:avLst/>
            <a:gdLst/>
            <a:ahLst/>
            <a:cxnLst/>
            <a:rect r="r" b="b" t="t" l="l"/>
            <a:pathLst>
              <a:path h="1172372" w="1811248">
                <a:moveTo>
                  <a:pt x="0" y="0"/>
                </a:moveTo>
                <a:lnTo>
                  <a:pt x="1811248" y="0"/>
                </a:lnTo>
                <a:lnTo>
                  <a:pt x="1811248" y="1172372"/>
                </a:lnTo>
                <a:lnTo>
                  <a:pt x="0" y="117237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234048" y="9008493"/>
            <a:ext cx="2374960" cy="690897"/>
          </a:xfrm>
          <a:custGeom>
            <a:avLst/>
            <a:gdLst/>
            <a:ahLst/>
            <a:cxnLst/>
            <a:rect r="r" b="b" t="t" l="l"/>
            <a:pathLst>
              <a:path h="690897" w="2374960">
                <a:moveTo>
                  <a:pt x="0" y="0"/>
                </a:moveTo>
                <a:lnTo>
                  <a:pt x="2374959" y="0"/>
                </a:lnTo>
                <a:lnTo>
                  <a:pt x="2374959" y="690897"/>
                </a:lnTo>
                <a:lnTo>
                  <a:pt x="0" y="6908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106611" y="1389998"/>
            <a:ext cx="8074777" cy="350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8"/>
              </a:lnSpc>
            </a:pPr>
            <a:r>
              <a:rPr lang="en-US" sz="2234" spc="-51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Press Start to Remember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128435" y="7965664"/>
            <a:ext cx="843649" cy="786895"/>
          </a:xfrm>
          <a:custGeom>
            <a:avLst/>
            <a:gdLst/>
            <a:ahLst/>
            <a:cxnLst/>
            <a:rect r="r" b="b" t="t" l="l"/>
            <a:pathLst>
              <a:path h="786895" w="843649">
                <a:moveTo>
                  <a:pt x="0" y="0"/>
                </a:moveTo>
                <a:lnTo>
                  <a:pt x="843650" y="0"/>
                </a:lnTo>
                <a:lnTo>
                  <a:pt x="843650" y="786895"/>
                </a:lnTo>
                <a:lnTo>
                  <a:pt x="0" y="78689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9315915" y="7965664"/>
            <a:ext cx="843649" cy="786895"/>
          </a:xfrm>
          <a:custGeom>
            <a:avLst/>
            <a:gdLst/>
            <a:ahLst/>
            <a:cxnLst/>
            <a:rect r="r" b="b" t="t" l="l"/>
            <a:pathLst>
              <a:path h="786895" w="843649">
                <a:moveTo>
                  <a:pt x="843650" y="0"/>
                </a:moveTo>
                <a:lnTo>
                  <a:pt x="0" y="0"/>
                </a:lnTo>
                <a:lnTo>
                  <a:pt x="0" y="786895"/>
                </a:lnTo>
                <a:lnTo>
                  <a:pt x="843650" y="786895"/>
                </a:lnTo>
                <a:lnTo>
                  <a:pt x="84365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601788" y="6253267"/>
            <a:ext cx="2105844" cy="2105844"/>
          </a:xfrm>
          <a:custGeom>
            <a:avLst/>
            <a:gdLst/>
            <a:ahLst/>
            <a:cxnLst/>
            <a:rect r="r" b="b" t="t" l="l"/>
            <a:pathLst>
              <a:path h="2105844" w="2105844">
                <a:moveTo>
                  <a:pt x="0" y="0"/>
                </a:moveTo>
                <a:lnTo>
                  <a:pt x="2105844" y="0"/>
                </a:lnTo>
                <a:lnTo>
                  <a:pt x="2105844" y="2105845"/>
                </a:lnTo>
                <a:lnTo>
                  <a:pt x="0" y="210584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DAHUksQ2EPc</dc:identifier>
  <dcterms:modified xsi:type="dcterms:W3CDTF">2011-08-01T06:04:30Z</dcterms:modified>
  <cp:revision>1</cp:revision>
  <dc:title>Presentación Proyecto: Reto 1</dc:title>
</cp:coreProperties>
</file>